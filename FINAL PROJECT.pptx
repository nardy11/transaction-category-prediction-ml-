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handoutMasterIdLst>
    <p:handoutMasterId r:id="rId15"/>
  </p:handoutMasterIdLst>
  <p:sldIdLst>
    <p:sldId id="256" r:id="rId3"/>
    <p:sldId id="257" r:id="rId5"/>
    <p:sldId id="272" r:id="rId6"/>
    <p:sldId id="258" r:id="rId7"/>
    <p:sldId id="259" r:id="rId8"/>
    <p:sldId id="265" r:id="rId9"/>
    <p:sldId id="266" r:id="rId10"/>
    <p:sldId id="268" r:id="rId11"/>
    <p:sldId id="269" r:id="rId12"/>
    <p:sldId id="279" r:id="rId13"/>
    <p:sldId id="264" r:id="rId14"/>
  </p:sldIdLst>
  <p:sldSz cx="9144000" cy="5143500"/>
  <p:notesSz cx="6858000" cy="9144000"/>
  <p:embeddedFontLst>
    <p:embeddedFont>
      <p:font typeface="Assistant"/>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p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4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1">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0" y="1239060"/>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p:txBody>
      </p:sp>
      <p:sp>
        <p:nvSpPr>
          <p:cNvPr id="14" name="Google Shape;14;p2"/>
          <p:cNvSpPr txBox="1"/>
          <p:nvPr>
            <p:ph type="subTitle" idx="1"/>
          </p:nvPr>
        </p:nvSpPr>
        <p:spPr>
          <a:xfrm>
            <a:off x="311700" y="3015350"/>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p:txBody>
      </p:sp>
      <p:sp>
        <p:nvSpPr>
          <p:cNvPr id="15" name="Google Shape;15;p2"/>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grpSp>
        <p:nvGrpSpPr>
          <p:cNvPr id="16" name="Google Shape;16;p2"/>
          <p:cNvGrpSpPr/>
          <p:nvPr/>
        </p:nvGrpSpPr>
        <p:grpSpPr>
          <a:xfrm>
            <a:off x="311726" y="342910"/>
            <a:ext cx="2560425" cy="520904"/>
            <a:chOff x="311726" y="342910"/>
            <a:chExt cx="2560425" cy="520904"/>
          </a:xfrm>
        </p:grpSpPr>
        <p:sp>
          <p:nvSpPr>
            <p:cNvPr id="17" name="Google Shape;17;p2"/>
            <p:cNvSpPr/>
            <p:nvPr/>
          </p:nvSpPr>
          <p:spPr>
            <a:xfrm>
              <a:off x="311726" y="342910"/>
              <a:ext cx="2560425" cy="520904"/>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8" name="Google Shape;18;p2"/>
            <p:cNvPicPr preferRelativeResize="0"/>
            <p:nvPr/>
          </p:nvPicPr>
          <p:blipFill rotWithShape="1">
            <a:blip r:embed="rId2"/>
            <a:srcRect l="377" r="386"/>
            <a:stretch>
              <a:fillRect/>
            </a:stretch>
          </p:blipFill>
          <p:spPr>
            <a:xfrm>
              <a:off x="391788" y="382839"/>
              <a:ext cx="2400300" cy="441046"/>
            </a:xfrm>
            <a:prstGeom prst="rect">
              <a:avLst/>
            </a:prstGeom>
            <a:noFill/>
            <a:ln>
              <a:noFill/>
            </a:ln>
          </p:spPr>
        </p:pic>
      </p:grpSp>
      <p:sp>
        <p:nvSpPr>
          <p:cNvPr id="19" name="Google Shape;19;p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 name="Google Shape;20;p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21;p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25" name="Google Shape;25;p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panose="020B0604020202020204"/>
              <a:buNone/>
            </a:pPr>
            <a:r>
              <a:rPr lang="en-GB"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26" name="Google Shape;26;p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1">
  <p:cSld name="SECTION_HEADER">
    <p:bg>
      <p:bgPr>
        <a:noFill/>
        <a:effectLst/>
      </p:bgPr>
    </p:bg>
    <p:spTree>
      <p:nvGrpSpPr>
        <p:cNvPr id="27" name="Shape 27"/>
        <p:cNvGrpSpPr/>
        <p:nvPr/>
      </p:nvGrpSpPr>
      <p:grpSpPr>
        <a:xfrm>
          <a:off x="0" y="0"/>
          <a:ext cx="0" cy="0"/>
          <a:chOff x="0" y="0"/>
          <a:chExt cx="0" cy="0"/>
        </a:xfrm>
      </p:grpSpPr>
      <p:sp>
        <p:nvSpPr>
          <p:cNvPr id="28" name="Google Shape;28;p3"/>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 name="Google Shape;29;p3"/>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3"/>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4"/>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4"/>
          <p:cNvSpPr txBox="1"/>
          <p:nvPr>
            <p:ph type="body" idx="1"/>
          </p:nvPr>
        </p:nvSpPr>
        <p:spPr>
          <a:xfrm>
            <a:off x="3117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p:txBody>
      </p:sp>
      <p:sp>
        <p:nvSpPr>
          <p:cNvPr id="34" name="Google Shape;34;p4"/>
          <p:cNvSpPr txBox="1"/>
          <p:nvPr>
            <p:ph type="body" idx="2"/>
          </p:nvPr>
        </p:nvSpPr>
        <p:spPr>
          <a:xfrm>
            <a:off x="48324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p:txBody>
      </p:sp>
      <p:sp>
        <p:nvSpPr>
          <p:cNvPr id="35" name="Google Shape;35;p4"/>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6" name="Shape 36"/>
        <p:cNvGrpSpPr/>
        <p:nvPr/>
      </p:nvGrpSpPr>
      <p:grpSpPr>
        <a:xfrm>
          <a:off x="0" y="0"/>
          <a:ext cx="0" cy="0"/>
          <a:chOff x="0" y="0"/>
          <a:chExt cx="0" cy="0"/>
        </a:xfrm>
      </p:grpSpPr>
      <p:sp>
        <p:nvSpPr>
          <p:cNvPr id="37" name="Google Shape;37;p5"/>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p5"/>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39" name="Shape 39"/>
        <p:cNvGrpSpPr/>
        <p:nvPr/>
      </p:nvGrpSpPr>
      <p:grpSpPr>
        <a:xfrm>
          <a:off x="0" y="0"/>
          <a:ext cx="0" cy="0"/>
          <a:chOff x="0" y="0"/>
          <a:chExt cx="0" cy="0"/>
        </a:xfrm>
      </p:grpSpPr>
      <p:sp>
        <p:nvSpPr>
          <p:cNvPr id="40" name="Google Shape;40;p6"/>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1" name="Google Shape;41;p6"/>
          <p:cNvSpPr txBox="1"/>
          <p:nvPr>
            <p:ph type="body" idx="1"/>
          </p:nvPr>
        </p:nvSpPr>
        <p:spPr>
          <a:xfrm>
            <a:off x="311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p:txBody>
      </p:sp>
      <p:sp>
        <p:nvSpPr>
          <p:cNvPr id="42" name="Google Shape;42;p6"/>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
        <p:nvSpPr>
          <p:cNvPr id="43" name="Google Shape;43;p6"/>
          <p:cNvSpPr txBox="1"/>
          <p:nvPr>
            <p:ph type="body" idx="2"/>
          </p:nvPr>
        </p:nvSpPr>
        <p:spPr>
          <a:xfrm>
            <a:off x="6152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p:txBody>
      </p:sp>
      <p:sp>
        <p:nvSpPr>
          <p:cNvPr id="44" name="Google Shape;44;p6"/>
          <p:cNvSpPr txBox="1"/>
          <p:nvPr>
            <p:ph type="body" idx="3"/>
          </p:nvPr>
        </p:nvSpPr>
        <p:spPr>
          <a:xfrm>
            <a:off x="32322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45" name="Shape 45"/>
        <p:cNvGrpSpPr/>
        <p:nvPr/>
      </p:nvGrpSpPr>
      <p:grpSpPr>
        <a:xfrm>
          <a:off x="0" y="0"/>
          <a:ext cx="0" cy="0"/>
          <a:chOff x="0" y="0"/>
          <a:chExt cx="0" cy="0"/>
        </a:xfrm>
      </p:grpSpPr>
      <p:sp>
        <p:nvSpPr>
          <p:cNvPr id="46" name="Google Shape;46;p7"/>
          <p:cNvSpPr txBox="1"/>
          <p:nvPr>
            <p:ph type="ctrTitle"/>
          </p:nvPr>
        </p:nvSpPr>
        <p:spPr>
          <a:xfrm>
            <a:off x="311725" y="1243584"/>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p:txBody>
      </p:sp>
      <p:sp>
        <p:nvSpPr>
          <p:cNvPr id="47" name="Google Shape;47;p7"/>
          <p:cNvSpPr txBox="1"/>
          <p:nvPr>
            <p:ph type="subTitle" idx="1"/>
          </p:nvPr>
        </p:nvSpPr>
        <p:spPr>
          <a:xfrm>
            <a:off x="311725" y="3019874"/>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p:txBody>
      </p:sp>
      <p:sp>
        <p:nvSpPr>
          <p:cNvPr id="48" name="Google Shape;48;p7"/>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
        <p:nvSpPr>
          <p:cNvPr id="49" name="Google Shape;49;p7"/>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0" name="Google Shape;50;p7"/>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51" name="Google Shape;51;p7"/>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panose="020B0604020202020204"/>
              <a:buNone/>
            </a:pPr>
            <a:r>
              <a:rPr lang="en-GB"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52" name="Google Shape;52;p7"/>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53" name="Google Shape;53;p7"/>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54" name="Google Shape;54;p7"/>
          <p:cNvGrpSpPr/>
          <p:nvPr/>
        </p:nvGrpSpPr>
        <p:grpSpPr>
          <a:xfrm>
            <a:off x="311726" y="342910"/>
            <a:ext cx="2560500" cy="520800"/>
            <a:chOff x="311726" y="342910"/>
            <a:chExt cx="2560500" cy="520800"/>
          </a:xfrm>
        </p:grpSpPr>
        <p:sp>
          <p:nvSpPr>
            <p:cNvPr id="55" name="Google Shape;55;p7"/>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56" name="Google Shape;56;p7"/>
            <p:cNvPicPr preferRelativeResize="0"/>
            <p:nvPr/>
          </p:nvPicPr>
          <p:blipFill rotWithShape="1">
            <a:blip r:embed="rId2"/>
            <a:srcRect l="377" r="386"/>
            <a:stretch>
              <a:fillRect/>
            </a:stretch>
          </p:blipFill>
          <p:spPr>
            <a:xfrm>
              <a:off x="391788" y="382839"/>
              <a:ext cx="2400300" cy="441046"/>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57" name="Shape 57"/>
        <p:cNvGrpSpPr/>
        <p:nvPr/>
      </p:nvGrpSpPr>
      <p:grpSpPr>
        <a:xfrm>
          <a:off x="0" y="0"/>
          <a:ext cx="0" cy="0"/>
          <a:chOff x="0" y="0"/>
          <a:chExt cx="0" cy="0"/>
        </a:xfrm>
      </p:grpSpPr>
      <p:sp>
        <p:nvSpPr>
          <p:cNvPr id="58" name="Google Shape;58;p8"/>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8"/>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8"/>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8"/>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8"/>
          <p:cNvSpPr txBox="1"/>
          <p:nvPr>
            <p:ph type="title"/>
          </p:nvPr>
        </p:nvSpPr>
        <p:spPr>
          <a:xfrm>
            <a:off x="311700" y="214884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3" name="Google Shape;63;p8"/>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64" name="Shape 64"/>
        <p:cNvGrpSpPr/>
        <p:nvPr/>
      </p:nvGrpSpPr>
      <p:grpSpPr>
        <a:xfrm>
          <a:off x="0" y="0"/>
          <a:ext cx="0" cy="0"/>
          <a:chOff x="0" y="0"/>
          <a:chExt cx="0" cy="0"/>
        </a:xfrm>
      </p:grpSpPr>
      <p:sp>
        <p:nvSpPr>
          <p:cNvPr id="65" name="Google Shape;65;p9"/>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9"/>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67;p9"/>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68;p9"/>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69;p9"/>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0" name="Google Shape;70;p9"/>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matchingName="Title and body 1">
  <p:cSld name="TITLE_AND_BODY">
    <p:spTree>
      <p:nvGrpSpPr>
        <p:cNvPr id="71" name="Shape 71"/>
        <p:cNvGrpSpPr/>
        <p:nvPr/>
      </p:nvGrpSpPr>
      <p:grpSpPr>
        <a:xfrm>
          <a:off x="0" y="0"/>
          <a:ext cx="0" cy="0"/>
          <a:chOff x="0" y="0"/>
          <a:chExt cx="0" cy="0"/>
        </a:xfrm>
      </p:grpSpPr>
      <p:sp>
        <p:nvSpPr>
          <p:cNvPr id="72" name="Google Shape;72;p10"/>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 name="Google Shape;73;p10"/>
          <p:cNvSpPr txBox="1"/>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p:txBody>
      </p:sp>
      <p:sp>
        <p:nvSpPr>
          <p:cNvPr id="74" name="Google Shape;74;p10"/>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75" name="Shape 75"/>
        <p:cNvGrpSpPr/>
        <p:nvPr/>
      </p:nvGrpSpPr>
      <p:grpSpPr>
        <a:xfrm>
          <a:off x="0" y="0"/>
          <a:ext cx="0" cy="0"/>
          <a:chOff x="0" y="0"/>
          <a:chExt cx="0" cy="0"/>
        </a:xfrm>
      </p:grpSpPr>
      <p:sp>
        <p:nvSpPr>
          <p:cNvPr id="76" name="Google Shape;76;p11"/>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11"/>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 name="Google Shape;78;p11"/>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 name="Google Shape;79;p11"/>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 name="Google Shape;80;p11"/>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11"/>
          <p:cNvSpPr txBox="1"/>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p:txBody>
      </p:sp>
      <p:sp>
        <p:nvSpPr>
          <p:cNvPr id="82" name="Google Shape;82;p11"/>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83" name="Shape 83"/>
        <p:cNvGrpSpPr/>
        <p:nvPr/>
      </p:nvGrpSpPr>
      <p:grpSpPr>
        <a:xfrm>
          <a:off x="0" y="0"/>
          <a:ext cx="0" cy="0"/>
          <a:chOff x="0" y="0"/>
          <a:chExt cx="0" cy="0"/>
        </a:xfrm>
      </p:grpSpPr>
      <p:sp>
        <p:nvSpPr>
          <p:cNvPr id="84" name="Google Shape;84;p12"/>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 name="Google Shape;85;p12"/>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 name="Google Shape;86;p12"/>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 name="Google Shape;87;p12"/>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 name="Google Shape;88;p12"/>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9" name="Google Shape;89;p12"/>
          <p:cNvSpPr txBox="1"/>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p:txBody>
      </p:sp>
      <p:sp>
        <p:nvSpPr>
          <p:cNvPr id="90" name="Google Shape;90;p12"/>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1" name="Shape 91"/>
        <p:cNvGrpSpPr/>
        <p:nvPr/>
      </p:nvGrpSpPr>
      <p:grpSpPr>
        <a:xfrm>
          <a:off x="0" y="0"/>
          <a:ext cx="0" cy="0"/>
          <a:chOff x="0" y="0"/>
          <a:chExt cx="0" cy="0"/>
        </a:xfrm>
      </p:grpSpPr>
      <p:sp>
        <p:nvSpPr>
          <p:cNvPr id="92" name="Google Shape;92;p13"/>
          <p:cNvSpPr txBox="1"/>
          <p:nvPr>
            <p:ph type="title"/>
          </p:nvPr>
        </p:nvSpPr>
        <p:spPr>
          <a:xfrm>
            <a:off x="311700" y="342900"/>
            <a:ext cx="2808000" cy="866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3" name="Google Shape;93;p13"/>
          <p:cNvSpPr txBox="1"/>
          <p:nvPr>
            <p:ph type="body" idx="1"/>
          </p:nvPr>
        </p:nvSpPr>
        <p:spPr>
          <a:xfrm>
            <a:off x="311700" y="1209300"/>
            <a:ext cx="2808000" cy="3453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p:txBody>
      </p:sp>
      <p:sp>
        <p:nvSpPr>
          <p:cNvPr id="94" name="Google Shape;94;p13"/>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95" name="Shape 95"/>
        <p:cNvGrpSpPr/>
        <p:nvPr/>
      </p:nvGrpSpPr>
      <p:grpSpPr>
        <a:xfrm>
          <a:off x="0" y="0"/>
          <a:ext cx="0" cy="0"/>
          <a:chOff x="0" y="0"/>
          <a:chExt cx="0" cy="0"/>
        </a:xfrm>
      </p:grpSpPr>
      <p:sp>
        <p:nvSpPr>
          <p:cNvPr id="96" name="Google Shape;96;p14"/>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14"/>
          <p:cNvSpPr txBox="1"/>
          <p:nvPr>
            <p:ph type="title"/>
          </p:nvPr>
        </p:nvSpPr>
        <p:spPr>
          <a:xfrm>
            <a:off x="311700" y="679950"/>
            <a:ext cx="3999000" cy="22704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Font typeface="Assistant"/>
              <a:buNone/>
              <a:defRPr sz="4200" b="1">
                <a:latin typeface="Assistant"/>
                <a:ea typeface="Assistant"/>
                <a:cs typeface="Assistant"/>
                <a:sym typeface="Assistant"/>
              </a:defRPr>
            </a:lvl2pPr>
            <a:lvl3pPr lvl="2" algn="ctr">
              <a:lnSpc>
                <a:spcPct val="100000"/>
              </a:lnSpc>
              <a:spcBef>
                <a:spcPts val="0"/>
              </a:spcBef>
              <a:spcAft>
                <a:spcPts val="0"/>
              </a:spcAft>
              <a:buSzPts val="4200"/>
              <a:buFont typeface="Assistant"/>
              <a:buNone/>
              <a:defRPr sz="4200" b="1">
                <a:latin typeface="Assistant"/>
                <a:ea typeface="Assistant"/>
                <a:cs typeface="Assistant"/>
                <a:sym typeface="Assistant"/>
              </a:defRPr>
            </a:lvl3pPr>
            <a:lvl4pPr lvl="3" algn="ctr">
              <a:lnSpc>
                <a:spcPct val="100000"/>
              </a:lnSpc>
              <a:spcBef>
                <a:spcPts val="0"/>
              </a:spcBef>
              <a:spcAft>
                <a:spcPts val="0"/>
              </a:spcAft>
              <a:buSzPts val="4200"/>
              <a:buFont typeface="Assistant"/>
              <a:buNone/>
              <a:defRPr sz="4200" b="1">
                <a:latin typeface="Assistant"/>
                <a:ea typeface="Assistant"/>
                <a:cs typeface="Assistant"/>
                <a:sym typeface="Assistant"/>
              </a:defRPr>
            </a:lvl4pPr>
            <a:lvl5pPr lvl="4" algn="ctr">
              <a:lnSpc>
                <a:spcPct val="100000"/>
              </a:lnSpc>
              <a:spcBef>
                <a:spcPts val="0"/>
              </a:spcBef>
              <a:spcAft>
                <a:spcPts val="0"/>
              </a:spcAft>
              <a:buSzPts val="4200"/>
              <a:buFont typeface="Assistant"/>
              <a:buNone/>
              <a:defRPr sz="4200" b="1">
                <a:latin typeface="Assistant"/>
                <a:ea typeface="Assistant"/>
                <a:cs typeface="Assistant"/>
                <a:sym typeface="Assistant"/>
              </a:defRPr>
            </a:lvl5pPr>
            <a:lvl6pPr lvl="5" algn="ctr">
              <a:lnSpc>
                <a:spcPct val="100000"/>
              </a:lnSpc>
              <a:spcBef>
                <a:spcPts val="0"/>
              </a:spcBef>
              <a:spcAft>
                <a:spcPts val="0"/>
              </a:spcAft>
              <a:buSzPts val="4200"/>
              <a:buFont typeface="Assistant"/>
              <a:buNone/>
              <a:defRPr sz="4200" b="1">
                <a:latin typeface="Assistant"/>
                <a:ea typeface="Assistant"/>
                <a:cs typeface="Assistant"/>
                <a:sym typeface="Assistant"/>
              </a:defRPr>
            </a:lvl6pPr>
            <a:lvl7pPr lvl="6" algn="ctr">
              <a:lnSpc>
                <a:spcPct val="100000"/>
              </a:lnSpc>
              <a:spcBef>
                <a:spcPts val="0"/>
              </a:spcBef>
              <a:spcAft>
                <a:spcPts val="0"/>
              </a:spcAft>
              <a:buSzPts val="4200"/>
              <a:buFont typeface="Assistant"/>
              <a:buNone/>
              <a:defRPr sz="4200" b="1">
                <a:latin typeface="Assistant"/>
                <a:ea typeface="Assistant"/>
                <a:cs typeface="Assistant"/>
                <a:sym typeface="Assistant"/>
              </a:defRPr>
            </a:lvl7pPr>
            <a:lvl8pPr lvl="7" algn="ctr">
              <a:lnSpc>
                <a:spcPct val="100000"/>
              </a:lnSpc>
              <a:spcBef>
                <a:spcPts val="0"/>
              </a:spcBef>
              <a:spcAft>
                <a:spcPts val="0"/>
              </a:spcAft>
              <a:buSzPts val="4200"/>
              <a:buFont typeface="Assistant"/>
              <a:buNone/>
              <a:defRPr sz="4200" b="1">
                <a:latin typeface="Assistant"/>
                <a:ea typeface="Assistant"/>
                <a:cs typeface="Assistant"/>
                <a:sym typeface="Assistant"/>
              </a:defRPr>
            </a:lvl8pPr>
            <a:lvl9pPr lvl="8" algn="ctr">
              <a:lnSpc>
                <a:spcPct val="100000"/>
              </a:lnSpc>
              <a:spcBef>
                <a:spcPts val="0"/>
              </a:spcBef>
              <a:spcAft>
                <a:spcPts val="0"/>
              </a:spcAft>
              <a:buSzPts val="4200"/>
              <a:buFont typeface="Assistant"/>
              <a:buNone/>
              <a:defRPr sz="4200" b="1">
                <a:latin typeface="Assistant"/>
                <a:ea typeface="Assistant"/>
                <a:cs typeface="Assistant"/>
                <a:sym typeface="Assistant"/>
              </a:defRPr>
            </a:lvl9pPr>
          </a:lstStyle>
          <a:p/>
        </p:txBody>
      </p:sp>
      <p:sp>
        <p:nvSpPr>
          <p:cNvPr id="98" name="Google Shape;98;p14"/>
          <p:cNvSpPr txBox="1"/>
          <p:nvPr>
            <p:ph type="subTitle" idx="1"/>
          </p:nvPr>
        </p:nvSpPr>
        <p:spPr>
          <a:xfrm>
            <a:off x="311700" y="2950350"/>
            <a:ext cx="39990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9" name="Google Shape;99;p14"/>
          <p:cNvSpPr txBox="1"/>
          <p:nvPr>
            <p:ph type="body" idx="2"/>
          </p:nvPr>
        </p:nvSpPr>
        <p:spPr>
          <a:xfrm>
            <a:off x="4939500" y="342900"/>
            <a:ext cx="3419400" cy="41796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000"/>
              </a:spcBef>
              <a:spcAft>
                <a:spcPts val="0"/>
              </a:spcAft>
              <a:buClr>
                <a:schemeClr val="lt1"/>
              </a:buClr>
              <a:buSzPts val="1400"/>
              <a:buChar char="○"/>
              <a:defRPr>
                <a:solidFill>
                  <a:schemeClr val="lt1"/>
                </a:solidFill>
              </a:defRPr>
            </a:lvl2pPr>
            <a:lvl3pPr marL="1371600" lvl="2" indent="-317500" algn="l">
              <a:lnSpc>
                <a:spcPct val="115000"/>
              </a:lnSpc>
              <a:spcBef>
                <a:spcPts val="1000"/>
              </a:spcBef>
              <a:spcAft>
                <a:spcPts val="0"/>
              </a:spcAft>
              <a:buClr>
                <a:schemeClr val="lt1"/>
              </a:buClr>
              <a:buSzPts val="1400"/>
              <a:buChar char="■"/>
              <a:defRPr>
                <a:solidFill>
                  <a:schemeClr val="lt1"/>
                </a:solidFill>
              </a:defRPr>
            </a:lvl3pPr>
            <a:lvl4pPr marL="1828800" lvl="3" indent="-317500" algn="l">
              <a:lnSpc>
                <a:spcPct val="115000"/>
              </a:lnSpc>
              <a:spcBef>
                <a:spcPts val="1000"/>
              </a:spcBef>
              <a:spcAft>
                <a:spcPts val="0"/>
              </a:spcAft>
              <a:buClr>
                <a:schemeClr val="lt1"/>
              </a:buClr>
              <a:buSzPts val="1400"/>
              <a:buChar char="●"/>
              <a:defRPr>
                <a:solidFill>
                  <a:schemeClr val="lt1"/>
                </a:solidFill>
              </a:defRPr>
            </a:lvl4pPr>
            <a:lvl5pPr marL="2286000" lvl="4" indent="-317500" algn="l">
              <a:lnSpc>
                <a:spcPct val="115000"/>
              </a:lnSpc>
              <a:spcBef>
                <a:spcPts val="1000"/>
              </a:spcBef>
              <a:spcAft>
                <a:spcPts val="0"/>
              </a:spcAft>
              <a:buClr>
                <a:schemeClr val="lt1"/>
              </a:buClr>
              <a:buSzPts val="1400"/>
              <a:buChar char="○"/>
              <a:defRPr>
                <a:solidFill>
                  <a:schemeClr val="lt1"/>
                </a:solidFill>
              </a:defRPr>
            </a:lvl5pPr>
            <a:lvl6pPr marL="2743200" lvl="5" indent="-317500" algn="l">
              <a:lnSpc>
                <a:spcPct val="115000"/>
              </a:lnSpc>
              <a:spcBef>
                <a:spcPts val="1000"/>
              </a:spcBef>
              <a:spcAft>
                <a:spcPts val="0"/>
              </a:spcAft>
              <a:buClr>
                <a:schemeClr val="lt1"/>
              </a:buClr>
              <a:buSzPts val="1400"/>
              <a:buChar char="■"/>
              <a:defRPr>
                <a:solidFill>
                  <a:schemeClr val="lt1"/>
                </a:solidFill>
              </a:defRPr>
            </a:lvl6pPr>
            <a:lvl7pPr marL="3200400" lvl="6" indent="-317500" algn="l">
              <a:lnSpc>
                <a:spcPct val="115000"/>
              </a:lnSpc>
              <a:spcBef>
                <a:spcPts val="1000"/>
              </a:spcBef>
              <a:spcAft>
                <a:spcPts val="0"/>
              </a:spcAft>
              <a:buClr>
                <a:schemeClr val="lt1"/>
              </a:buClr>
              <a:buSzPts val="1400"/>
              <a:buChar char="●"/>
              <a:defRPr>
                <a:solidFill>
                  <a:schemeClr val="lt1"/>
                </a:solidFill>
              </a:defRPr>
            </a:lvl7pPr>
            <a:lvl8pPr marL="3657600" lvl="7" indent="-317500" algn="l">
              <a:lnSpc>
                <a:spcPct val="115000"/>
              </a:lnSpc>
              <a:spcBef>
                <a:spcPts val="1000"/>
              </a:spcBef>
              <a:spcAft>
                <a:spcPts val="0"/>
              </a:spcAft>
              <a:buClr>
                <a:schemeClr val="lt1"/>
              </a:buClr>
              <a:buSzPts val="1400"/>
              <a:buChar char="○"/>
              <a:defRPr>
                <a:solidFill>
                  <a:schemeClr val="lt1"/>
                </a:solidFill>
              </a:defRPr>
            </a:lvl8pPr>
            <a:lvl9pPr marL="4114800" lvl="8" indent="-317500" algn="l">
              <a:lnSpc>
                <a:spcPct val="115000"/>
              </a:lnSpc>
              <a:spcBef>
                <a:spcPts val="1000"/>
              </a:spcBef>
              <a:spcAft>
                <a:spcPts val="1000"/>
              </a:spcAft>
              <a:buClr>
                <a:schemeClr val="lt1"/>
              </a:buClr>
              <a:buSzPts val="1400"/>
              <a:buChar char="■"/>
              <a:defRPr>
                <a:solidFill>
                  <a:schemeClr val="lt1"/>
                </a:solidFill>
              </a:defRPr>
            </a:lvl9pPr>
          </a:lstStyle>
          <a:p/>
        </p:txBody>
      </p:sp>
      <p:sp>
        <p:nvSpPr>
          <p:cNvPr id="100" name="Google Shape;100;p14"/>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01" name="Shape 101"/>
        <p:cNvGrpSpPr/>
        <p:nvPr/>
      </p:nvGrpSpPr>
      <p:grpSpPr>
        <a:xfrm>
          <a:off x="0" y="0"/>
          <a:ext cx="0" cy="0"/>
          <a:chOff x="0" y="0"/>
          <a:chExt cx="0" cy="0"/>
        </a:xfrm>
      </p:grpSpPr>
      <p:sp>
        <p:nvSpPr>
          <p:cNvPr id="102" name="Google Shape;102;p15"/>
          <p:cNvSpPr txBox="1"/>
          <p:nvPr>
            <p:ph type="title"/>
          </p:nvPr>
        </p:nvSpPr>
        <p:spPr>
          <a:xfrm>
            <a:off x="311700" y="342900"/>
            <a:ext cx="6541800" cy="43206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03" name="Google Shape;103;p15"/>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04" name="Shape 104"/>
        <p:cNvGrpSpPr/>
        <p:nvPr/>
      </p:nvGrpSpPr>
      <p:grpSpPr>
        <a:xfrm>
          <a:off x="0" y="0"/>
          <a:ext cx="0" cy="0"/>
          <a:chOff x="0" y="0"/>
          <a:chExt cx="0" cy="0"/>
        </a:xfrm>
      </p:grpSpPr>
      <p:sp>
        <p:nvSpPr>
          <p:cNvPr id="105" name="Google Shape;105;p16"/>
          <p:cNvSpPr txBox="1"/>
          <p:nvPr>
            <p:ph type="body" idx="1"/>
          </p:nvPr>
        </p:nvSpPr>
        <p:spPr>
          <a:xfrm>
            <a:off x="311700" y="4663200"/>
            <a:ext cx="7082100" cy="4803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000"/>
              <a:buNone/>
              <a:defRPr sz="1000"/>
            </a:lvl1pPr>
          </a:lstStyle>
          <a:p/>
        </p:txBody>
      </p:sp>
      <p:sp>
        <p:nvSpPr>
          <p:cNvPr id="106" name="Google Shape;106;p16"/>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07" name="Shape 107"/>
        <p:cNvGrpSpPr/>
        <p:nvPr/>
      </p:nvGrpSpPr>
      <p:grpSpPr>
        <a:xfrm>
          <a:off x="0" y="0"/>
          <a:ext cx="0" cy="0"/>
          <a:chOff x="0" y="0"/>
          <a:chExt cx="0" cy="0"/>
        </a:xfrm>
      </p:grpSpPr>
      <p:sp>
        <p:nvSpPr>
          <p:cNvPr id="108" name="Google Shape;108;p17"/>
          <p:cNvSpPr txBox="1"/>
          <p:nvPr>
            <p:ph type="title" hasCustomPrompt="1"/>
          </p:nvPr>
        </p:nvSpPr>
        <p:spPr>
          <a:xfrm>
            <a:off x="311700" y="898300"/>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12000"/>
              <a:buNone/>
              <a:defRPr sz="12000">
                <a:solidFill>
                  <a:schemeClr val="accent4"/>
                </a:solidFill>
              </a:defRPr>
            </a:lvl1pPr>
            <a:lvl2pPr lvl="1" algn="ctr">
              <a:lnSpc>
                <a:spcPct val="100000"/>
              </a:lnSpc>
              <a:spcBef>
                <a:spcPts val="0"/>
              </a:spcBef>
              <a:spcAft>
                <a:spcPts val="0"/>
              </a:spcAft>
              <a:buClr>
                <a:schemeClr val="accent4"/>
              </a:buClr>
              <a:buSzPts val="12000"/>
              <a:buNone/>
              <a:defRPr sz="12000">
                <a:solidFill>
                  <a:schemeClr val="accent4"/>
                </a:solidFill>
              </a:defRPr>
            </a:lvl2pPr>
            <a:lvl3pPr lvl="2" algn="ctr">
              <a:lnSpc>
                <a:spcPct val="100000"/>
              </a:lnSpc>
              <a:spcBef>
                <a:spcPts val="0"/>
              </a:spcBef>
              <a:spcAft>
                <a:spcPts val="0"/>
              </a:spcAft>
              <a:buClr>
                <a:schemeClr val="accent4"/>
              </a:buClr>
              <a:buSzPts val="12000"/>
              <a:buNone/>
              <a:defRPr sz="12000">
                <a:solidFill>
                  <a:schemeClr val="accent4"/>
                </a:solidFill>
              </a:defRPr>
            </a:lvl3pPr>
            <a:lvl4pPr lvl="3" algn="ctr">
              <a:lnSpc>
                <a:spcPct val="100000"/>
              </a:lnSpc>
              <a:spcBef>
                <a:spcPts val="0"/>
              </a:spcBef>
              <a:spcAft>
                <a:spcPts val="0"/>
              </a:spcAft>
              <a:buClr>
                <a:schemeClr val="accent4"/>
              </a:buClr>
              <a:buSzPts val="12000"/>
              <a:buNone/>
              <a:defRPr sz="12000">
                <a:solidFill>
                  <a:schemeClr val="accent4"/>
                </a:solidFill>
              </a:defRPr>
            </a:lvl4pPr>
            <a:lvl5pPr lvl="4" algn="ctr">
              <a:lnSpc>
                <a:spcPct val="100000"/>
              </a:lnSpc>
              <a:spcBef>
                <a:spcPts val="0"/>
              </a:spcBef>
              <a:spcAft>
                <a:spcPts val="0"/>
              </a:spcAft>
              <a:buClr>
                <a:schemeClr val="accent4"/>
              </a:buClr>
              <a:buSzPts val="12000"/>
              <a:buNone/>
              <a:defRPr sz="12000">
                <a:solidFill>
                  <a:schemeClr val="accent4"/>
                </a:solidFill>
              </a:defRPr>
            </a:lvl5pPr>
            <a:lvl6pPr lvl="5" algn="ctr">
              <a:lnSpc>
                <a:spcPct val="100000"/>
              </a:lnSpc>
              <a:spcBef>
                <a:spcPts val="0"/>
              </a:spcBef>
              <a:spcAft>
                <a:spcPts val="0"/>
              </a:spcAft>
              <a:buClr>
                <a:schemeClr val="accent4"/>
              </a:buClr>
              <a:buSzPts val="12000"/>
              <a:buNone/>
              <a:defRPr sz="12000">
                <a:solidFill>
                  <a:schemeClr val="accent4"/>
                </a:solidFill>
              </a:defRPr>
            </a:lvl6pPr>
            <a:lvl7pPr lvl="6" algn="ctr">
              <a:lnSpc>
                <a:spcPct val="100000"/>
              </a:lnSpc>
              <a:spcBef>
                <a:spcPts val="0"/>
              </a:spcBef>
              <a:spcAft>
                <a:spcPts val="0"/>
              </a:spcAft>
              <a:buClr>
                <a:schemeClr val="accent4"/>
              </a:buClr>
              <a:buSzPts val="12000"/>
              <a:buNone/>
              <a:defRPr sz="12000">
                <a:solidFill>
                  <a:schemeClr val="accent4"/>
                </a:solidFill>
              </a:defRPr>
            </a:lvl7pPr>
            <a:lvl8pPr lvl="7" algn="ctr">
              <a:lnSpc>
                <a:spcPct val="100000"/>
              </a:lnSpc>
              <a:spcBef>
                <a:spcPts val="0"/>
              </a:spcBef>
              <a:spcAft>
                <a:spcPts val="0"/>
              </a:spcAft>
              <a:buClr>
                <a:schemeClr val="accent4"/>
              </a:buClr>
              <a:buSzPts val="12000"/>
              <a:buNone/>
              <a:defRPr sz="12000">
                <a:solidFill>
                  <a:schemeClr val="accent4"/>
                </a:solidFill>
              </a:defRPr>
            </a:lvl8pPr>
            <a:lvl9pPr lvl="8" algn="ctr">
              <a:lnSpc>
                <a:spcPct val="100000"/>
              </a:lnSpc>
              <a:spcBef>
                <a:spcPts val="0"/>
              </a:spcBef>
              <a:spcAft>
                <a:spcPts val="0"/>
              </a:spcAft>
              <a:buClr>
                <a:schemeClr val="accent4"/>
              </a:buClr>
              <a:buSzPts val="12000"/>
              <a:buNone/>
              <a:defRPr sz="12000">
                <a:solidFill>
                  <a:schemeClr val="accent4"/>
                </a:solidFill>
              </a:defRPr>
            </a:lvl9pPr>
          </a:lstStyle>
          <a:p>
            <a:r>
              <a:t>xx%</a:t>
            </a:r>
          </a:p>
        </p:txBody>
      </p:sp>
      <p:sp>
        <p:nvSpPr>
          <p:cNvPr id="109" name="Google Shape;109;p17"/>
          <p:cNvSpPr txBox="1"/>
          <p:nvPr>
            <p:ph type="body" idx="1"/>
          </p:nvPr>
        </p:nvSpPr>
        <p:spPr>
          <a:xfrm>
            <a:off x="311700" y="2944400"/>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p:txBody>
      </p:sp>
      <p:sp>
        <p:nvSpPr>
          <p:cNvPr id="110" name="Google Shape;110;p17"/>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11" name="Shape 111"/>
        <p:cNvGrpSpPr/>
        <p:nvPr/>
      </p:nvGrpSpPr>
      <p:grpSpPr>
        <a:xfrm>
          <a:off x="0" y="0"/>
          <a:ext cx="0" cy="0"/>
          <a:chOff x="0" y="0"/>
          <a:chExt cx="0" cy="0"/>
        </a:xfrm>
      </p:grpSpPr>
      <p:sp>
        <p:nvSpPr>
          <p:cNvPr id="112" name="Google Shape;112;p18"/>
          <p:cNvSpPr txBox="1"/>
          <p:nvPr>
            <p:ph type="title"/>
          </p:nvPr>
        </p:nvSpPr>
        <p:spPr>
          <a:xfrm>
            <a:off x="3117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p:txBody>
      </p:sp>
      <p:sp>
        <p:nvSpPr>
          <p:cNvPr id="113" name="Google Shape;113;p18"/>
          <p:cNvSpPr txBox="1"/>
          <p:nvPr>
            <p:ph type="body" idx="1"/>
          </p:nvPr>
        </p:nvSpPr>
        <p:spPr>
          <a:xfrm>
            <a:off x="3117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p:txBody>
      </p:sp>
      <p:sp>
        <p:nvSpPr>
          <p:cNvPr id="114" name="Google Shape;114;p18"/>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
        <p:nvSpPr>
          <p:cNvPr id="115" name="Google Shape;115;p18"/>
          <p:cNvSpPr txBox="1"/>
          <p:nvPr>
            <p:ph type="title" idx="2"/>
          </p:nvPr>
        </p:nvSpPr>
        <p:spPr>
          <a:xfrm>
            <a:off x="64158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p:txBody>
      </p:sp>
      <p:sp>
        <p:nvSpPr>
          <p:cNvPr id="116" name="Google Shape;116;p18"/>
          <p:cNvSpPr txBox="1"/>
          <p:nvPr>
            <p:ph type="body" idx="3"/>
          </p:nvPr>
        </p:nvSpPr>
        <p:spPr>
          <a:xfrm>
            <a:off x="64158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p:txBody>
      </p:sp>
      <p:sp>
        <p:nvSpPr>
          <p:cNvPr id="117" name="Google Shape;117;p18"/>
          <p:cNvSpPr txBox="1"/>
          <p:nvPr>
            <p:ph type="title" idx="4"/>
          </p:nvPr>
        </p:nvSpPr>
        <p:spPr>
          <a:xfrm>
            <a:off x="336375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p:txBody>
      </p:sp>
      <p:sp>
        <p:nvSpPr>
          <p:cNvPr id="118" name="Google Shape;118;p18"/>
          <p:cNvSpPr txBox="1"/>
          <p:nvPr>
            <p:ph type="body" idx="5"/>
          </p:nvPr>
        </p:nvSpPr>
        <p:spPr>
          <a:xfrm>
            <a:off x="336375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9" name="Shape 119"/>
        <p:cNvGrpSpPr/>
        <p:nvPr/>
      </p:nvGrpSpPr>
      <p:grpSpPr>
        <a:xfrm>
          <a:off x="0" y="0"/>
          <a:ext cx="0" cy="0"/>
          <a:chOff x="0" y="0"/>
          <a:chExt cx="0" cy="0"/>
        </a:xfrm>
      </p:grpSpPr>
      <p:sp>
        <p:nvSpPr>
          <p:cNvPr id="120" name="Google Shape;120;p19"/>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21" name="Shape 121"/>
        <p:cNvGrpSpPr/>
        <p:nvPr/>
      </p:nvGrpSpPr>
      <p:grpSpPr>
        <a:xfrm>
          <a:off x="0" y="0"/>
          <a:ext cx="0" cy="0"/>
          <a:chOff x="0" y="0"/>
          <a:chExt cx="0" cy="0"/>
        </a:xfrm>
      </p:grpSpPr>
      <p:sp>
        <p:nvSpPr>
          <p:cNvPr id="122" name="Google Shape;122;p20"/>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grpSp>
        <p:nvGrpSpPr>
          <p:cNvPr id="123" name="Google Shape;123;p20"/>
          <p:cNvGrpSpPr/>
          <p:nvPr/>
        </p:nvGrpSpPr>
        <p:grpSpPr>
          <a:xfrm rot="2700000">
            <a:off x="585683" y="481417"/>
            <a:ext cx="694882" cy="564848"/>
            <a:chOff x="919500" y="1916075"/>
            <a:chExt cx="1067700" cy="867900"/>
          </a:xfrm>
        </p:grpSpPr>
        <p:sp>
          <p:nvSpPr>
            <p:cNvPr id="124" name="Google Shape;124;p20"/>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5" name="Google Shape;125;p20"/>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6" name="Google Shape;126;p20"/>
          <p:cNvGrpSpPr/>
          <p:nvPr/>
        </p:nvGrpSpPr>
        <p:grpSpPr>
          <a:xfrm rot="8100000">
            <a:off x="7746888" y="3437645"/>
            <a:ext cx="912919" cy="742084"/>
            <a:chOff x="521400" y="3135325"/>
            <a:chExt cx="1067700" cy="867900"/>
          </a:xfrm>
        </p:grpSpPr>
        <p:sp>
          <p:nvSpPr>
            <p:cNvPr id="127" name="Google Shape;127;p20"/>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8" name="Google Shape;128;p20"/>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29" name="Google Shape;129;p20"/>
          <p:cNvSpPr txBox="1"/>
          <p:nvPr>
            <p:ph type="title"/>
          </p:nvPr>
        </p:nvSpPr>
        <p:spPr>
          <a:xfrm>
            <a:off x="311700" y="342900"/>
            <a:ext cx="8100000" cy="20940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4800"/>
              <a:buNone/>
              <a:defRPr sz="4800">
                <a:solidFill>
                  <a:schemeClr val="accent1"/>
                </a:solidFill>
              </a:defRPr>
            </a:lvl1pPr>
            <a:lvl2pPr lvl="1"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2.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marR="0" lvl="0" algn="l" rtl="0">
              <a:lnSpc>
                <a:spcPct val="100000"/>
              </a:lnSpc>
              <a:spcBef>
                <a:spcPts val="0"/>
              </a:spcBef>
              <a:spcAft>
                <a:spcPts val="0"/>
              </a:spcAft>
              <a:buClr>
                <a:schemeClr val="dk1"/>
              </a:buClr>
              <a:buSzPts val="2800"/>
              <a:buFont typeface="Assistant"/>
              <a:buNone/>
              <a:defRPr sz="2800" b="1" i="0" u="none" strike="noStrike" cap="none">
                <a:solidFill>
                  <a:schemeClr val="dk1"/>
                </a:solidFill>
                <a:latin typeface="Assistant"/>
                <a:ea typeface="Assistant"/>
                <a:cs typeface="Assistant"/>
                <a:sym typeface="Assistant"/>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1"/>
              </a:buClr>
              <a:buSzPts val="1800"/>
              <a:buFont typeface="Assistant"/>
              <a:buChar char="●"/>
              <a:defRPr sz="1800" b="0" i="0" u="none" strike="noStrike" cap="none">
                <a:solidFill>
                  <a:schemeClr val="dk1"/>
                </a:solidFill>
                <a:latin typeface="Assistant"/>
                <a:ea typeface="Assistant"/>
                <a:cs typeface="Assistant"/>
                <a:sym typeface="Assistant"/>
              </a:defRPr>
            </a:lvl1pPr>
            <a:lvl2pPr marL="914400" marR="0" lvl="1"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15000"/>
              </a:lnSpc>
              <a:spcBef>
                <a:spcPts val="1000"/>
              </a:spcBef>
              <a:spcAft>
                <a:spcPts val="100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p:txBody>
      </p:sp>
      <p:sp>
        <p:nvSpPr>
          <p:cNvPr id="8" name="Google Shape;8;p1"/>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grpSp>
        <p:nvGrpSpPr>
          <p:cNvPr id="9" name="Google Shape;9;p1"/>
          <p:cNvGrpSpPr/>
          <p:nvPr/>
        </p:nvGrpSpPr>
        <p:grpSpPr>
          <a:xfrm>
            <a:off x="8458848" y="343116"/>
            <a:ext cx="381224" cy="576102"/>
            <a:chOff x="8458848" y="343116"/>
            <a:chExt cx="381224" cy="576102"/>
          </a:xfrm>
        </p:grpSpPr>
        <p:sp>
          <p:nvSpPr>
            <p:cNvPr id="10" name="Google Shape;10;p1"/>
            <p:cNvSpPr/>
            <p:nvPr/>
          </p:nvSpPr>
          <p:spPr>
            <a:xfrm>
              <a:off x="8458848" y="343116"/>
              <a:ext cx="381224" cy="576102"/>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1" name="Google Shape;11;p1"/>
            <p:cNvPicPr preferRelativeResize="0"/>
            <p:nvPr/>
          </p:nvPicPr>
          <p:blipFill rotWithShape="1">
            <a:blip r:embed="rId20"/>
            <a:srcRect l="79" r="79"/>
            <a:stretch>
              <a:fillRect/>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sp>
        <p:nvSpPr>
          <p:cNvPr id="134" name="Google Shape;134;p21"/>
          <p:cNvSpPr txBox="1"/>
          <p:nvPr>
            <p:ph type="subTitle" idx="1"/>
          </p:nvPr>
        </p:nvSpPr>
        <p:spPr>
          <a:xfrm>
            <a:off x="0" y="3807850"/>
            <a:ext cx="6400800" cy="506400"/>
          </a:xfrm>
          <a:prstGeom prst="rect">
            <a:avLst/>
          </a:prstGeom>
          <a:noFill/>
          <a:ln>
            <a:noFill/>
          </a:ln>
        </p:spPr>
        <p:txBody>
          <a:bodyPr spcFirstLastPara="1" wrap="square" lIns="91425" tIns="91425" rIns="91425" bIns="91425" anchor="t" anchorCtr="0">
            <a:normAutofit fontScale="80000"/>
          </a:bodyPr>
          <a:lstStyle/>
          <a:p>
            <a:pPr marL="0" lvl="0" indent="0" algn="l" rtl="0">
              <a:lnSpc>
                <a:spcPct val="80000"/>
              </a:lnSpc>
              <a:spcBef>
                <a:spcPts val="0"/>
              </a:spcBef>
              <a:spcAft>
                <a:spcPts val="0"/>
              </a:spcAft>
              <a:buSzPts val="2590"/>
              <a:buNone/>
            </a:pPr>
            <a:r>
              <a:rPr lang="en-US" altLang="en-GB" sz="2390"/>
              <a:t>Machine Learning </a:t>
            </a:r>
            <a:r>
              <a:rPr lang="en-GB" sz="2390"/>
              <a:t>Online </a:t>
            </a:r>
            <a:r>
              <a:rPr lang="en-GB" sz="2390"/>
              <a:t>final Project</a:t>
            </a:r>
            <a:endParaRPr sz="2390"/>
          </a:p>
        </p:txBody>
      </p:sp>
      <p:sp>
        <p:nvSpPr>
          <p:cNvPr id="135" name="Google Shape;135;p21"/>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60000"/>
          </a:bodyPr>
          <a:lstStyle/>
          <a:p>
            <a:pPr marL="0" lvl="0" indent="0" algn="r" rtl="0">
              <a:lnSpc>
                <a:spcPct val="100000"/>
              </a:lnSpc>
              <a:spcBef>
                <a:spcPts val="0"/>
              </a:spcBef>
              <a:spcAft>
                <a:spcPts val="0"/>
              </a:spcAft>
              <a:buSzPts val="800"/>
              <a:buNone/>
            </a:pPr>
            <a:fld id="{00000000-1234-1234-1234-123412341234}" type="slidenum">
              <a:rPr lang="en-GB"/>
            </a:fld>
            <a:endParaRPr lang="en-GB"/>
          </a:p>
        </p:txBody>
      </p:sp>
      <p:pic>
        <p:nvPicPr>
          <p:cNvPr id="136" name="Google Shape;136;p21"/>
          <p:cNvPicPr preferRelativeResize="0"/>
          <p:nvPr/>
        </p:nvPicPr>
        <p:blipFill rotWithShape="1">
          <a:blip r:embed="rId1"/>
          <a:srcRect/>
          <a:stretch>
            <a:fillRect/>
          </a:stretch>
        </p:blipFill>
        <p:spPr>
          <a:xfrm>
            <a:off x="6400829" y="3024490"/>
            <a:ext cx="748807" cy="783370"/>
          </a:xfrm>
          <a:prstGeom prst="rect">
            <a:avLst/>
          </a:prstGeom>
          <a:noFill/>
          <a:ln>
            <a:noFill/>
          </a:ln>
        </p:spPr>
      </p:pic>
      <p:sp>
        <p:nvSpPr>
          <p:cNvPr id="2" name="Title 1"/>
          <p:cNvSpPr>
            <a:spLocks noGrp="1"/>
          </p:cNvSpPr>
          <p:nvPr>
            <p:ph type="title"/>
          </p:nvPr>
        </p:nvSpPr>
        <p:spPr>
          <a:xfrm>
            <a:off x="323215" y="1847850"/>
            <a:ext cx="7702550" cy="1776095"/>
          </a:xfrm>
        </p:spPr>
        <p:txBody>
          <a:bodyPr>
            <a:normAutofit fontScale="90000"/>
          </a:bodyPr>
          <a:lstStyle/>
          <a:p>
            <a:r>
              <a:t>Transaction Category Prediction using Machine Learning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5560" y="339725"/>
            <a:ext cx="9138920" cy="3540760"/>
          </a:xfrm>
          <a:prstGeom prst="rect">
            <a:avLst/>
          </a:prstGeom>
          <a:noFill/>
          <a:ln>
            <a:noFill/>
          </a:ln>
        </p:spPr>
        <p:txBody>
          <a:bodyPr spcFirstLastPara="1" wrap="square" lIns="91425" tIns="91425" rIns="91425" bIns="91425" anchor="ctr" anchorCtr="0">
            <a:normAutofit fontScale="90000"/>
          </a:bodyPr>
          <a:lstStyle/>
          <a:p>
            <a:pPr marL="0" lvl="0" indent="0" algn="ctr" rtl="0">
              <a:spcBef>
                <a:spcPts val="0"/>
              </a:spcBef>
              <a:spcAft>
                <a:spcPts val="0"/>
              </a:spcAft>
              <a:buSzPct val="111000"/>
              <a:buNone/>
            </a:pPr>
            <a:endParaRPr sz="3235"/>
          </a:p>
          <a:p>
            <a:pPr marL="457200" lvl="0" indent="0" algn="ctr" rtl="0">
              <a:spcBef>
                <a:spcPts val="0"/>
              </a:spcBef>
              <a:spcAft>
                <a:spcPts val="0"/>
              </a:spcAft>
              <a:buNone/>
            </a:pPr>
            <a:endParaRPr sz="1400" b="0" i="1">
              <a:latin typeface="Arial" panose="020B0604020202020204"/>
              <a:ea typeface="Arial" panose="020B0604020202020204"/>
              <a:cs typeface="Arial" panose="020B0604020202020204"/>
              <a:sym typeface="Arial" panose="020B0604020202020204"/>
            </a:endParaRPr>
          </a:p>
          <a:p>
            <a:pPr marL="457200" lvl="0" indent="0" algn="ctr" rtl="0">
              <a:spcBef>
                <a:spcPts val="0"/>
              </a:spcBef>
              <a:spcAft>
                <a:spcPts val="0"/>
              </a:spcAft>
              <a:buNone/>
            </a:pPr>
            <a:endParaRPr sz="1400" b="0" i="1">
              <a:latin typeface="Arial" panose="020B0604020202020204"/>
              <a:ea typeface="Arial" panose="020B0604020202020204"/>
              <a:cs typeface="Arial" panose="020B0604020202020204"/>
              <a:sym typeface="Arial" panose="020B0604020202020204"/>
            </a:endParaRPr>
          </a:p>
          <a:p>
            <a:pPr marL="457200" lvl="0" indent="0" algn="ctr" rtl="0">
              <a:spcBef>
                <a:spcPts val="0"/>
              </a:spcBef>
              <a:spcAft>
                <a:spcPts val="0"/>
              </a:spcAft>
              <a:buNone/>
            </a:pPr>
            <a:endParaRPr sz="1400" b="0" i="1">
              <a:latin typeface="Arial" panose="020B0604020202020204"/>
              <a:ea typeface="Arial" panose="020B0604020202020204"/>
              <a:cs typeface="Arial" panose="020B0604020202020204"/>
              <a:sym typeface="Arial" panose="020B0604020202020204"/>
            </a:endParaRPr>
          </a:p>
          <a:p>
            <a:pPr marL="457200" lvl="0" indent="0" algn="ctr" rtl="0">
              <a:spcBef>
                <a:spcPts val="0"/>
              </a:spcBef>
              <a:spcAft>
                <a:spcPts val="0"/>
              </a:spcAft>
              <a:buNone/>
            </a:pPr>
            <a:endParaRPr sz="1400" b="0" i="1">
              <a:latin typeface="Arial" panose="020B0604020202020204"/>
              <a:ea typeface="Arial" panose="020B0604020202020204"/>
              <a:cs typeface="Arial" panose="020B0604020202020204"/>
              <a:sym typeface="Arial" panose="020B0604020202020204"/>
            </a:endParaRPr>
          </a:p>
          <a:p>
            <a:pPr marL="457200" lvl="0" indent="0" algn="ctr" rtl="0">
              <a:spcBef>
                <a:spcPts val="0"/>
              </a:spcBef>
              <a:spcAft>
                <a:spcPts val="0"/>
              </a:spcAft>
              <a:buNone/>
            </a:pPr>
            <a:endParaRPr sz="1400" b="0" i="1">
              <a:latin typeface="Arial" panose="020B0604020202020204"/>
              <a:ea typeface="Arial" panose="020B0604020202020204"/>
              <a:cs typeface="Arial" panose="020B0604020202020204"/>
              <a:sym typeface="Arial" panose="020B0604020202020204"/>
            </a:endParaRPr>
          </a:p>
          <a:p>
            <a:pPr marL="0" lvl="0" indent="0" algn="ctr" rtl="0">
              <a:spcBef>
                <a:spcPts val="0"/>
              </a:spcBef>
              <a:spcAft>
                <a:spcPts val="0"/>
              </a:spcAft>
              <a:buNone/>
            </a:pPr>
            <a:r>
              <a:rPr lang="en-GB" sz="3235"/>
              <a:t>Purpose Statement </a:t>
            </a:r>
            <a:br>
              <a:rPr lang="en-GB" sz="3235"/>
            </a:br>
            <a:r>
              <a:rPr lang="en-US" altLang="en-US" sz="3235"/>
              <a:t>This project is automatically classifying transactions into product categories using</a:t>
            </a:r>
            <a:br>
              <a:rPr lang="en-US" altLang="en-US" sz="3235"/>
            </a:br>
            <a:br>
              <a:rPr lang="en-US" altLang="en-US" sz="3235"/>
            </a:br>
            <a:endParaRPr lang="en-US" altLang="en-US" sz="3235"/>
          </a:p>
          <a:p>
            <a:pPr marL="66040" lvl="0" indent="0" algn="ctr" rtl="0">
              <a:spcBef>
                <a:spcPts val="0"/>
              </a:spcBef>
              <a:spcAft>
                <a:spcPts val="0"/>
              </a:spcAft>
              <a:buSzPct val="143000"/>
              <a:buFont typeface="Arial" panose="020B0604020202020204"/>
            </a:pPr>
            <a:r>
              <a:rPr lang="en-US" sz="3200">
                <a:sym typeface="+mn-ea"/>
              </a:rPr>
              <a:t>NLP Lite + </a:t>
            </a:r>
            <a:r>
              <a:rPr sz="3200">
                <a:sym typeface="+mn-ea"/>
              </a:rPr>
              <a:t>Unsupervised + Supervised Hybrid Model</a:t>
            </a:r>
            <a:br>
              <a:rPr sz="3200">
                <a:sym typeface="+mn-ea"/>
              </a:rPr>
            </a:br>
            <a:r>
              <a:rPr sz="3200">
                <a:sym typeface="+mn-ea"/>
              </a:rPr>
              <a:t>By Nardy </a:t>
            </a:r>
            <a:r>
              <a:rPr lang="en-US" sz="3200">
                <a:sym typeface="+mn-ea"/>
              </a:rPr>
              <a:t>Attaalla </a:t>
            </a:r>
            <a:r>
              <a:rPr sz="3200">
                <a:sym typeface="+mn-ea"/>
              </a:rPr>
              <a:t>– ReDI School ML Project</a:t>
            </a:r>
            <a:endParaRPr sz="3200" b="0">
              <a:latin typeface="Arial" panose="020B0604020202020204"/>
              <a:ea typeface="Arial" panose="020B0604020202020204"/>
              <a:cs typeface="Arial" panose="020B0604020202020204"/>
              <a:sym typeface="Arial" panose="020B0604020202020204"/>
            </a:endParaRPr>
          </a:p>
          <a:p>
            <a:pPr marL="0" lvl="0" indent="0" algn="ctr" rtl="0">
              <a:spcBef>
                <a:spcPts val="0"/>
              </a:spcBef>
              <a:spcAft>
                <a:spcPts val="0"/>
              </a:spcAft>
              <a:buNone/>
            </a:pPr>
            <a:endParaRPr sz="3235"/>
          </a:p>
          <a:p>
            <a:pPr marL="457200" lvl="0" indent="0" algn="ctr" rtl="0">
              <a:spcBef>
                <a:spcPts val="0"/>
              </a:spcBef>
              <a:spcAft>
                <a:spcPts val="0"/>
              </a:spcAft>
              <a:buNone/>
            </a:pPr>
            <a:endParaRPr sz="1400" b="0" i="1">
              <a:latin typeface="Arial" panose="020B0604020202020204"/>
              <a:ea typeface="Arial" panose="020B0604020202020204"/>
              <a:cs typeface="Arial" panose="020B0604020202020204"/>
              <a:sym typeface="Arial" panose="020B0604020202020204"/>
            </a:endParaRPr>
          </a:p>
          <a:p>
            <a:pPr marL="0" lvl="0" indent="0" algn="ctr" rtl="0">
              <a:spcBef>
                <a:spcPts val="0"/>
              </a:spcBef>
              <a:spcAft>
                <a:spcPts val="0"/>
              </a:spcAft>
              <a:buNone/>
            </a:pPr>
            <a:endParaRPr sz="3235"/>
          </a:p>
        </p:txBody>
      </p:sp>
      <p:sp>
        <p:nvSpPr>
          <p:cNvPr id="142" name="Google Shape;142;p22"/>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SzPct val="100000"/>
              <a:buNone/>
            </a:pPr>
            <a:fld id="{00000000-1234-1234-1234-123412341234}" type="slidenum">
              <a:rPr lang="en-GB"/>
            </a:fld>
            <a:endParaRPr lang="en-GB"/>
          </a:p>
        </p:txBody>
      </p:sp>
      <p:pic>
        <p:nvPicPr>
          <p:cNvPr id="143" name="Google Shape;143;p22"/>
          <p:cNvPicPr preferRelativeResize="0"/>
          <p:nvPr/>
        </p:nvPicPr>
        <p:blipFill rotWithShape="1">
          <a:blip r:embed="rId1"/>
          <a:srcRect/>
          <a:stretch>
            <a:fillRect/>
          </a:stretch>
        </p:blipFill>
        <p:spPr>
          <a:xfrm>
            <a:off x="3644967" y="3834195"/>
            <a:ext cx="2134414" cy="829011"/>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idx="12"/>
          </p:nvPr>
        </p:nvSpPr>
        <p:spPr/>
        <p:txBody>
          <a:bodyPr>
            <a:normAutofit fontScale="60000"/>
          </a:bodyPr>
          <a:p>
            <a:pPr marL="0" lvl="0" indent="0" algn="r" rtl="0">
              <a:spcBef>
                <a:spcPts val="0"/>
              </a:spcBef>
              <a:spcAft>
                <a:spcPts val="0"/>
              </a:spcAft>
              <a:buNone/>
            </a:pPr>
            <a:fld id="{00000000-1234-1234-1234-123412341234}" type="slidenum">
              <a:rPr lang="en-GB"/>
            </a:fld>
            <a:endParaRPr lang="en-GB"/>
          </a:p>
        </p:txBody>
      </p:sp>
      <p:sp>
        <p:nvSpPr>
          <p:cNvPr id="13" name="Google Shape;159;p24"/>
          <p:cNvSpPr txBox="1"/>
          <p:nvPr/>
        </p:nvSpPr>
        <p:spPr>
          <a:xfrm>
            <a:off x="8593613" y="4889672"/>
            <a:ext cx="365700" cy="274200"/>
          </a:xfrm>
          <a:prstGeom prst="rect">
            <a:avLst/>
          </a:prstGeom>
          <a:noFill/>
          <a:ln>
            <a:noFill/>
          </a:ln>
        </p:spPr>
        <p:txBody>
          <a:bodyPr wrap="square" lIns="91425" tIns="91425" rIns="91425" bIns="91425" anchor="ctr" anchorCtr="0">
            <a:normAutofit fontScale="62500"/>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dk2"/>
                </a:solidFill>
                <a:latin typeface="Assistant"/>
                <a:ea typeface="Assistant"/>
                <a:cs typeface="Assistant"/>
                <a:sym typeface="Assistant"/>
              </a:defRPr>
            </a:lvl9pPr>
          </a:lstStyle>
          <a:p>
            <a:pPr marL="0" lvl="0" indent="0" algn="r" rtl="0">
              <a:lnSpc>
                <a:spcPct val="100000"/>
              </a:lnSpc>
              <a:spcBef>
                <a:spcPts val="0"/>
              </a:spcBef>
              <a:spcAft>
                <a:spcPts val="0"/>
              </a:spcAft>
              <a:buSzPct val="100000"/>
              <a:buNone/>
            </a:pPr>
            <a:fld id="{00000000-1234-1234-1234-123412341234}" type="slidenum">
              <a:rPr lang="en-GB"/>
            </a:fld>
            <a:endParaRPr lang="en-GB"/>
          </a:p>
        </p:txBody>
      </p:sp>
      <p:grpSp>
        <p:nvGrpSpPr>
          <p:cNvPr id="14" name="Google Shape;163;p24"/>
          <p:cNvGrpSpPr/>
          <p:nvPr/>
        </p:nvGrpSpPr>
        <p:grpSpPr>
          <a:xfrm rot="12720353">
            <a:off x="700405" y="1116330"/>
            <a:ext cx="470535" cy="429260"/>
            <a:chOff x="521400" y="3135325"/>
            <a:chExt cx="1067700" cy="867900"/>
          </a:xfrm>
        </p:grpSpPr>
        <p:sp>
          <p:nvSpPr>
            <p:cNvPr id="15"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 name="Title 16"/>
          <p:cNvSpPr/>
          <p:nvPr>
            <p:ph type="title"/>
          </p:nvPr>
        </p:nvSpPr>
        <p:spPr>
          <a:xfrm>
            <a:off x="239945" y="339725"/>
            <a:ext cx="8147100" cy="572700"/>
          </a:xfrm>
        </p:spPr>
        <p:txBody>
          <a:bodyPr>
            <a:normAutofit fontScale="90000"/>
          </a:bodyPr>
          <a:p>
            <a:pPr algn="ctr"/>
            <a:r>
              <a:rPr lang="en-US" altLang="en-US"/>
              <a:t>Why this Project ?</a:t>
            </a:r>
            <a:endParaRPr lang="en-US" altLang="en-US"/>
          </a:p>
        </p:txBody>
      </p:sp>
      <p:sp>
        <p:nvSpPr>
          <p:cNvPr id="18" name="Rectangles 17"/>
          <p:cNvSpPr/>
          <p:nvPr/>
        </p:nvSpPr>
        <p:spPr>
          <a:xfrm>
            <a:off x="0" y="-11430"/>
            <a:ext cx="9144000"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19" name="Rectangles 18"/>
          <p:cNvSpPr/>
          <p:nvPr/>
        </p:nvSpPr>
        <p:spPr>
          <a:xfrm>
            <a:off x="0" y="4664710"/>
            <a:ext cx="9144000" cy="494665"/>
          </a:xfrm>
          <a:prstGeom prst="rect">
            <a:avLst/>
          </a:prstGeom>
          <a:solidFill>
            <a:schemeClr val="accent1"/>
          </a:solidFill>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20" name="Rectangles 19"/>
          <p:cNvSpPr/>
          <p:nvPr/>
        </p:nvSpPr>
        <p:spPr>
          <a:xfrm rot="16200000">
            <a:off x="-1991995" y="2331720"/>
            <a:ext cx="4335780"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21" name="Rectangles 20"/>
          <p:cNvSpPr/>
          <p:nvPr/>
        </p:nvSpPr>
        <p:spPr>
          <a:xfrm rot="16200000">
            <a:off x="6516370" y="2305050"/>
            <a:ext cx="4958715" cy="326390"/>
          </a:xfrm>
          <a:prstGeom prst="rect">
            <a:avLst/>
          </a:prstGeom>
          <a:solidFill>
            <a:schemeClr val="accent1"/>
          </a:solidFill>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grpSp>
        <p:nvGrpSpPr>
          <p:cNvPr id="22" name="Google Shape;160;p24"/>
          <p:cNvGrpSpPr/>
          <p:nvPr/>
        </p:nvGrpSpPr>
        <p:grpSpPr>
          <a:xfrm rot="2160000">
            <a:off x="7931150" y="1507490"/>
            <a:ext cx="532765" cy="414020"/>
            <a:chOff x="919500" y="1916075"/>
            <a:chExt cx="1067700" cy="867900"/>
          </a:xfrm>
        </p:grpSpPr>
        <p:sp>
          <p:nvSpPr>
            <p:cNvPr id="23"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6" name="Google Shape;163;p24"/>
          <p:cNvGrpSpPr/>
          <p:nvPr/>
        </p:nvGrpSpPr>
        <p:grpSpPr>
          <a:xfrm rot="12720353">
            <a:off x="761365" y="2499995"/>
            <a:ext cx="470535" cy="429260"/>
            <a:chOff x="521400" y="3135325"/>
            <a:chExt cx="1067700" cy="867900"/>
          </a:xfrm>
        </p:grpSpPr>
        <p:sp>
          <p:nvSpPr>
            <p:cNvPr id="27"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9" name="Google Shape;163;p24"/>
          <p:cNvGrpSpPr/>
          <p:nvPr/>
        </p:nvGrpSpPr>
        <p:grpSpPr>
          <a:xfrm rot="12720353">
            <a:off x="781685" y="3794125"/>
            <a:ext cx="470535" cy="429260"/>
            <a:chOff x="521400" y="3135325"/>
            <a:chExt cx="1067700" cy="867900"/>
          </a:xfrm>
        </p:grpSpPr>
        <p:sp>
          <p:nvSpPr>
            <p:cNvPr id="30"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160;p24"/>
          <p:cNvGrpSpPr/>
          <p:nvPr/>
        </p:nvGrpSpPr>
        <p:grpSpPr>
          <a:xfrm rot="2160000">
            <a:off x="7914640" y="3069590"/>
            <a:ext cx="532765" cy="414020"/>
            <a:chOff x="919500" y="1916075"/>
            <a:chExt cx="1067700" cy="867900"/>
          </a:xfrm>
        </p:grpSpPr>
        <p:sp>
          <p:nvSpPr>
            <p:cNvPr id="33"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6" name="Text Box 35"/>
          <p:cNvSpPr txBox="1"/>
          <p:nvPr/>
        </p:nvSpPr>
        <p:spPr>
          <a:xfrm>
            <a:off x="1323340" y="1061720"/>
            <a:ext cx="7112000" cy="583565"/>
          </a:xfrm>
          <a:prstGeom prst="rect">
            <a:avLst/>
          </a:prstGeom>
        </p:spPr>
        <p:txBody>
          <a:bodyPr wrap="square">
            <a:spAutoFit/>
          </a:bodyPr>
          <a:p>
            <a:r>
              <a:rPr lang="en-US" altLang="zh-CN" sz="1600"/>
              <a:t>I chose this project because i wanted to experiance fintech machine learning tasks. </a:t>
            </a:r>
            <a:endParaRPr lang="en-US" altLang="zh-CN" sz="1600"/>
          </a:p>
        </p:txBody>
      </p:sp>
      <p:sp>
        <p:nvSpPr>
          <p:cNvPr id="37" name="Text Box 36"/>
          <p:cNvSpPr txBox="1"/>
          <p:nvPr/>
        </p:nvSpPr>
        <p:spPr>
          <a:xfrm>
            <a:off x="1323340" y="2212340"/>
            <a:ext cx="7418070" cy="829945"/>
          </a:xfrm>
          <a:prstGeom prst="rect">
            <a:avLst/>
          </a:prstGeom>
        </p:spPr>
        <p:txBody>
          <a:bodyPr wrap="square">
            <a:spAutoFit/>
          </a:bodyPr>
          <a:p>
            <a:r>
              <a:rPr lang="en-US" altLang="zh-CN" sz="1600"/>
              <a:t>I chose this idea because it has some challengings and used in several systems and its really important for bank assistance of customer money requests and money management along with feedbacks on spendings. </a:t>
            </a:r>
            <a:endParaRPr lang="en-US" altLang="zh-CN" sz="1600"/>
          </a:p>
        </p:txBody>
      </p:sp>
      <p:sp>
        <p:nvSpPr>
          <p:cNvPr id="38" name="Text Box 37"/>
          <p:cNvSpPr txBox="1"/>
          <p:nvPr/>
        </p:nvSpPr>
        <p:spPr>
          <a:xfrm>
            <a:off x="1403350" y="3651885"/>
            <a:ext cx="7112000" cy="829945"/>
          </a:xfrm>
          <a:prstGeom prst="rect">
            <a:avLst/>
          </a:prstGeom>
        </p:spPr>
        <p:txBody>
          <a:bodyPr wrap="square">
            <a:spAutoFit/>
          </a:bodyPr>
          <a:p>
            <a:r>
              <a:rPr lang="en-US" altLang="zh-CN" sz="1600"/>
              <a:t>I chose this dataset because it has some important features that gives me the opportunity to used most of what we have learned through the course and learn how to integrate the 3 of them together not just using 1 of them.</a:t>
            </a:r>
            <a:endParaRPr lang="en-US" altLang="zh-CN" sz="1600"/>
          </a:p>
        </p:txBody>
      </p:sp>
      <p:sp>
        <p:nvSpPr>
          <p:cNvPr id="46" name="Text Box 45"/>
          <p:cNvSpPr txBox="1"/>
          <p:nvPr/>
        </p:nvSpPr>
        <p:spPr>
          <a:xfrm>
            <a:off x="3203575" y="1515110"/>
            <a:ext cx="5002530" cy="583565"/>
          </a:xfrm>
          <a:prstGeom prst="rect">
            <a:avLst/>
          </a:prstGeom>
        </p:spPr>
        <p:txBody>
          <a:bodyPr wrap="square">
            <a:spAutoFit/>
          </a:bodyPr>
          <a:p>
            <a:r>
              <a:rPr lang="en-US" altLang="zh-CN" sz="1600"/>
              <a:t>Not enough features to use which I resolved using Clustering, NLP, and Classifications</a:t>
            </a:r>
            <a:endParaRPr lang="en-US" altLang="zh-CN" sz="1600"/>
          </a:p>
        </p:txBody>
      </p:sp>
      <p:sp>
        <p:nvSpPr>
          <p:cNvPr id="48" name="Text Box 47"/>
          <p:cNvSpPr txBox="1"/>
          <p:nvPr/>
        </p:nvSpPr>
        <p:spPr>
          <a:xfrm>
            <a:off x="2699385" y="3018155"/>
            <a:ext cx="5194935" cy="583565"/>
          </a:xfrm>
          <a:prstGeom prst="rect">
            <a:avLst/>
          </a:prstGeom>
        </p:spPr>
        <p:txBody>
          <a:bodyPr wrap="square">
            <a:spAutoFit/>
          </a:bodyPr>
          <a:p>
            <a:r>
              <a:rPr lang="en-US" altLang="zh-CN" sz="1600"/>
              <a:t>Revolut uses similar transaction-categorization models to group purchases.and detect unusual spendings</a:t>
            </a:r>
            <a:endParaRPr lang="en-US" altLang="zh-CN" sz="1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11700" y="643250"/>
            <a:ext cx="8520600" cy="1033800"/>
          </a:xfrm>
          <a:prstGeom prst="rect">
            <a:avLst/>
          </a:prstGeom>
          <a:noFill/>
          <a:ln>
            <a:noFill/>
          </a:ln>
        </p:spPr>
        <p:txBody>
          <a:bodyPr spcFirstLastPara="1" wrap="square" lIns="91425" tIns="91425" rIns="91425" bIns="91425" anchor="ctr" anchorCtr="0">
            <a:normAutofit fontScale="90000"/>
          </a:bodyPr>
          <a:lstStyle/>
          <a:p>
            <a:pPr marL="0" lvl="0" indent="0" algn="l" rtl="0">
              <a:lnSpc>
                <a:spcPct val="115000"/>
              </a:lnSpc>
              <a:spcBef>
                <a:spcPts val="1400"/>
              </a:spcBef>
              <a:spcAft>
                <a:spcPts val="0"/>
              </a:spcAft>
              <a:buSzPct val="85000"/>
              <a:buNone/>
            </a:pPr>
            <a:endParaRPr sz="13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None/>
            </a:pPr>
            <a:endParaRPr sz="1345" b="0">
              <a:latin typeface="Arial" panose="020B0604020202020204"/>
              <a:ea typeface="Arial" panose="020B0604020202020204"/>
              <a:cs typeface="Arial" panose="020B0604020202020204"/>
              <a:sym typeface="Arial" panose="020B0604020202020204"/>
            </a:endParaRPr>
          </a:p>
          <a:p>
            <a:pPr marL="0" lvl="0" indent="0" algn="ctr" rtl="0">
              <a:lnSpc>
                <a:spcPct val="100000"/>
              </a:lnSpc>
              <a:spcBef>
                <a:spcPts val="1200"/>
              </a:spcBef>
              <a:spcAft>
                <a:spcPts val="0"/>
              </a:spcAft>
              <a:buSzPct val="100000"/>
              <a:buNone/>
            </a:pPr>
          </a:p>
        </p:txBody>
      </p:sp>
      <p:sp>
        <p:nvSpPr>
          <p:cNvPr id="149" name="Google Shape;149;p23"/>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SzPct val="100000"/>
              <a:buNone/>
            </a:pPr>
            <a:fld id="{00000000-1234-1234-1234-123412341234}" type="slidenum">
              <a:rPr lang="en-GB"/>
            </a:fld>
            <a:endParaRPr lang="en-GB"/>
          </a:p>
        </p:txBody>
      </p:sp>
      <p:pic>
        <p:nvPicPr>
          <p:cNvPr id="150" name="Google Shape;150;p23"/>
          <p:cNvPicPr preferRelativeResize="0"/>
          <p:nvPr/>
        </p:nvPicPr>
        <p:blipFill rotWithShape="1">
          <a:blip r:embed="rId1"/>
          <a:srcRect/>
          <a:stretch>
            <a:fillRect/>
          </a:stretch>
        </p:blipFill>
        <p:spPr>
          <a:xfrm>
            <a:off x="6697892" y="3833495"/>
            <a:ext cx="2134414" cy="829011"/>
          </a:xfrm>
          <a:prstGeom prst="rect">
            <a:avLst/>
          </a:prstGeom>
          <a:noFill/>
          <a:ln>
            <a:noFill/>
          </a:ln>
        </p:spPr>
      </p:pic>
      <p:sp>
        <p:nvSpPr>
          <p:cNvPr id="151" name="Google Shape;151;p23"/>
          <p:cNvSpPr txBox="1"/>
          <p:nvPr/>
        </p:nvSpPr>
        <p:spPr>
          <a:xfrm>
            <a:off x="1084875" y="3356675"/>
            <a:ext cx="5822400" cy="73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endParaRPr sz="1300" b="1">
              <a:solidFill>
                <a:schemeClr val="dk1"/>
              </a:solidFill>
            </a:endParaRPr>
          </a:p>
          <a:p>
            <a:pPr marL="0" lvl="0" indent="0" algn="l" rtl="0">
              <a:lnSpc>
                <a:spcPct val="115000"/>
              </a:lnSpc>
              <a:spcBef>
                <a:spcPts val="1200"/>
              </a:spcBef>
              <a:spcAft>
                <a:spcPts val="1200"/>
              </a:spcAft>
              <a:buNone/>
            </a:pPr>
            <a:endParaRPr sz="1100">
              <a:solidFill>
                <a:schemeClr val="dk1"/>
              </a:solidFill>
            </a:endParaRPr>
          </a:p>
        </p:txBody>
      </p:sp>
      <p:sp>
        <p:nvSpPr>
          <p:cNvPr id="152" name="Google Shape;152;p23"/>
          <p:cNvSpPr txBox="1"/>
          <p:nvPr/>
        </p:nvSpPr>
        <p:spPr>
          <a:xfrm>
            <a:off x="312420" y="325755"/>
            <a:ext cx="8520430" cy="432054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600" b="1">
                <a:solidFill>
                  <a:schemeClr val="dk1"/>
                </a:solidFill>
              </a:rPr>
              <a:t>The Process</a:t>
            </a:r>
            <a:endParaRPr sz="2600" b="1">
              <a:solidFill>
                <a:schemeClr val="dk1"/>
              </a:solidFill>
            </a:endParaRPr>
          </a:p>
          <a:p>
            <a:pPr marL="457200" lvl="0" indent="-336550" algn="l" rtl="0">
              <a:lnSpc>
                <a:spcPct val="115000"/>
              </a:lnSpc>
              <a:spcBef>
                <a:spcPts val="1200"/>
              </a:spcBef>
              <a:spcAft>
                <a:spcPts val="0"/>
              </a:spcAft>
              <a:buClr>
                <a:schemeClr val="dk1"/>
              </a:buClr>
              <a:buSzPts val="1700"/>
              <a:buChar char="●"/>
            </a:pPr>
            <a:r>
              <a:rPr lang="en-GB" b="1">
                <a:solidFill>
                  <a:schemeClr val="dk1"/>
                </a:solidFill>
              </a:rPr>
              <a:t>Step 1:</a:t>
            </a:r>
            <a:r>
              <a:rPr lang="en-GB">
                <a:solidFill>
                  <a:schemeClr val="dk1"/>
                </a:solidFill>
              </a:rPr>
              <a:t> D</a:t>
            </a:r>
            <a:r>
              <a:rPr lang="en-US" altLang="en-GB">
                <a:solidFill>
                  <a:schemeClr val="dk1"/>
                </a:solidFill>
              </a:rPr>
              <a:t>ata Cleaning(Remove Duplicates,Outliers,Nulls).</a:t>
            </a:r>
            <a:endParaRPr>
              <a:solidFill>
                <a:schemeClr val="dk1"/>
              </a:solidFill>
            </a:endParaRPr>
          </a:p>
          <a:p>
            <a:pPr marL="457200" lvl="0" indent="-336550" algn="l" rtl="0">
              <a:lnSpc>
                <a:spcPct val="115000"/>
              </a:lnSpc>
              <a:spcBef>
                <a:spcPts val="0"/>
              </a:spcBef>
              <a:spcAft>
                <a:spcPts val="0"/>
              </a:spcAft>
              <a:buClr>
                <a:schemeClr val="dk1"/>
              </a:buClr>
              <a:buSzPts val="1700"/>
              <a:buChar char="●"/>
            </a:pPr>
            <a:endParaRPr>
              <a:solidFill>
                <a:schemeClr val="dk1"/>
              </a:solidFill>
            </a:endParaRPr>
          </a:p>
          <a:p>
            <a:pPr marL="457200" lvl="0" indent="-336550" algn="l" rtl="0">
              <a:lnSpc>
                <a:spcPct val="115000"/>
              </a:lnSpc>
              <a:spcBef>
                <a:spcPts val="0"/>
              </a:spcBef>
              <a:spcAft>
                <a:spcPts val="0"/>
              </a:spcAft>
              <a:buClr>
                <a:schemeClr val="dk1"/>
              </a:buClr>
              <a:buSzPts val="1700"/>
              <a:buChar char="●"/>
            </a:pPr>
            <a:r>
              <a:rPr lang="en-GB" b="1">
                <a:solidFill>
                  <a:schemeClr val="dk1"/>
                </a:solidFill>
              </a:rPr>
              <a:t>Step 2:</a:t>
            </a:r>
            <a:r>
              <a:rPr lang="en-GB">
                <a:solidFill>
                  <a:schemeClr val="dk1"/>
                </a:solidFill>
              </a:rPr>
              <a:t> </a:t>
            </a:r>
            <a:r>
              <a:rPr lang="en-US" altLang="en-GB">
                <a:solidFill>
                  <a:schemeClr val="dk1"/>
                </a:solidFill>
              </a:rPr>
              <a:t>Exploratory Data Analysis Visualizations</a:t>
            </a:r>
            <a:r>
              <a:rPr lang="en-GB">
                <a:solidFill>
                  <a:schemeClr val="dk1"/>
                </a:solidFill>
              </a:rPr>
              <a:t>.</a:t>
            </a:r>
            <a:br>
              <a:rPr lang="en-GB">
                <a:solidFill>
                  <a:schemeClr val="dk1"/>
                </a:solidFill>
              </a:rPr>
            </a:br>
            <a:endParaRPr>
              <a:solidFill>
                <a:schemeClr val="dk1"/>
              </a:solidFill>
            </a:endParaRPr>
          </a:p>
          <a:p>
            <a:pPr marL="457200" lvl="0" indent="-336550" algn="l" rtl="0">
              <a:lnSpc>
                <a:spcPct val="115000"/>
              </a:lnSpc>
              <a:spcBef>
                <a:spcPts val="0"/>
              </a:spcBef>
              <a:spcAft>
                <a:spcPts val="0"/>
              </a:spcAft>
              <a:buClr>
                <a:schemeClr val="dk1"/>
              </a:buClr>
              <a:buSzPts val="1700"/>
              <a:buChar char="●"/>
            </a:pPr>
            <a:r>
              <a:rPr lang="en-GB" b="1">
                <a:solidFill>
                  <a:schemeClr val="dk1"/>
                </a:solidFill>
              </a:rPr>
              <a:t>Step 3:</a:t>
            </a:r>
            <a:r>
              <a:rPr lang="en-GB">
                <a:solidFill>
                  <a:schemeClr val="dk1"/>
                </a:solidFill>
              </a:rPr>
              <a:t> </a:t>
            </a:r>
            <a:r>
              <a:rPr lang="en-US" altLang="en-GB">
                <a:solidFill>
                  <a:schemeClr val="dk1"/>
                </a:solidFill>
              </a:rPr>
              <a:t>Feature Engineering(Remove &amp; Add Columns)</a:t>
            </a:r>
            <a:r>
              <a:rPr lang="en-GB">
                <a:solidFill>
                  <a:schemeClr val="dk1"/>
                </a:solidFill>
              </a:rPr>
              <a:t>.</a:t>
            </a:r>
            <a:br>
              <a:rPr lang="en-GB">
                <a:solidFill>
                  <a:schemeClr val="dk1"/>
                </a:solidFill>
              </a:rPr>
            </a:br>
            <a:endParaRPr>
              <a:solidFill>
                <a:schemeClr val="dk1"/>
              </a:solidFill>
            </a:endParaRPr>
          </a:p>
          <a:p>
            <a:pPr marL="457200" lvl="0" indent="-336550" algn="l" rtl="0">
              <a:lnSpc>
                <a:spcPct val="115000"/>
              </a:lnSpc>
              <a:spcBef>
                <a:spcPts val="0"/>
              </a:spcBef>
              <a:spcAft>
                <a:spcPts val="0"/>
              </a:spcAft>
              <a:buClr>
                <a:schemeClr val="dk1"/>
              </a:buClr>
              <a:buSzPts val="1700"/>
              <a:buChar char="●"/>
            </a:pPr>
            <a:r>
              <a:rPr lang="en-GB" b="1">
                <a:solidFill>
                  <a:schemeClr val="dk1"/>
                </a:solidFill>
              </a:rPr>
              <a:t>Step 4:</a:t>
            </a:r>
            <a:r>
              <a:rPr lang="en-GB">
                <a:solidFill>
                  <a:schemeClr val="dk1"/>
                </a:solidFill>
              </a:rPr>
              <a:t> </a:t>
            </a:r>
            <a:r>
              <a:rPr lang="en-US" altLang="en-GB">
                <a:solidFill>
                  <a:schemeClr val="dk1"/>
                </a:solidFill>
              </a:rPr>
              <a:t>NLP (</a:t>
            </a:r>
            <a:r>
              <a:rPr lang="en-US" altLang="en-US">
                <a:solidFill>
                  <a:schemeClr val="dk1"/>
                </a:solidFill>
              </a:rPr>
              <a:t>TF-IDF</a:t>
            </a:r>
            <a:r>
              <a:rPr lang="en-US" altLang="en-GB">
                <a:solidFill>
                  <a:schemeClr val="dk1"/>
                </a:solidFill>
              </a:rPr>
              <a:t>) &amp; Feature </a:t>
            </a:r>
            <a:r>
              <a:rPr>
                <a:sym typeface="+mn-ea"/>
              </a:rPr>
              <a:t>Reduc</a:t>
            </a:r>
            <a:r>
              <a:rPr lang="en-US">
                <a:sym typeface="+mn-ea"/>
              </a:rPr>
              <a:t>tion &amp; Standardization &amp; Normalization</a:t>
            </a:r>
            <a:r>
              <a:rPr lang="en-GB">
                <a:solidFill>
                  <a:schemeClr val="dk1"/>
                </a:solidFill>
              </a:rPr>
              <a:t>.</a:t>
            </a:r>
            <a:br>
              <a:rPr lang="en-GB">
                <a:solidFill>
                  <a:schemeClr val="dk1"/>
                </a:solidFill>
              </a:rPr>
            </a:br>
            <a:endParaRPr>
              <a:solidFill>
                <a:schemeClr val="dk1"/>
              </a:solidFill>
            </a:endParaRPr>
          </a:p>
          <a:p>
            <a:pPr marL="457200" lvl="0" indent="-336550" algn="l" rtl="0">
              <a:lnSpc>
                <a:spcPct val="115000"/>
              </a:lnSpc>
              <a:spcBef>
                <a:spcPts val="0"/>
              </a:spcBef>
              <a:spcAft>
                <a:spcPts val="0"/>
              </a:spcAft>
              <a:buClr>
                <a:schemeClr val="dk1"/>
              </a:buClr>
              <a:buSzPts val="1700"/>
              <a:buChar char="●"/>
            </a:pPr>
            <a:r>
              <a:rPr lang="en-GB" b="1">
                <a:solidFill>
                  <a:schemeClr val="dk1"/>
                </a:solidFill>
              </a:rPr>
              <a:t>Step 5:</a:t>
            </a:r>
            <a:r>
              <a:rPr lang="en-GB">
                <a:solidFill>
                  <a:schemeClr val="dk1"/>
                </a:solidFill>
              </a:rPr>
              <a:t> </a:t>
            </a:r>
            <a:r>
              <a:rPr lang="en-US" altLang="en-GB">
                <a:solidFill>
                  <a:schemeClr val="dk1"/>
                </a:solidFill>
              </a:rPr>
              <a:t>Clustering (</a:t>
            </a:r>
            <a:r>
              <a:rPr>
                <a:sym typeface="+mn-ea"/>
              </a:rPr>
              <a:t>KMeans</a:t>
            </a:r>
            <a:r>
              <a:rPr lang="en-US" altLang="en-GB">
                <a:solidFill>
                  <a:schemeClr val="dk1"/>
                </a:solidFill>
              </a:rPr>
              <a:t>)</a:t>
            </a:r>
            <a:r>
              <a:rPr>
                <a:sym typeface="+mn-ea"/>
              </a:rPr>
              <a:t> </a:t>
            </a:r>
            <a:r>
              <a:rPr lang="en-US">
                <a:sym typeface="+mn-ea"/>
              </a:rPr>
              <a:t>and S</a:t>
            </a:r>
            <a:r>
              <a:rPr>
                <a:sym typeface="+mn-ea"/>
              </a:rPr>
              <a:t>ilhouette</a:t>
            </a:r>
            <a:r>
              <a:rPr lang="en-US">
                <a:sym typeface="+mn-ea"/>
              </a:rPr>
              <a:t> &amp; Elbow testing</a:t>
            </a:r>
            <a:r>
              <a:rPr lang="en-US" altLang="en-GB">
                <a:solidFill>
                  <a:schemeClr val="dk1"/>
                </a:solidFill>
              </a:rPr>
              <a:t> </a:t>
            </a:r>
            <a:r>
              <a:rPr lang="en-GB">
                <a:solidFill>
                  <a:schemeClr val="dk1"/>
                </a:solidFill>
              </a:rPr>
              <a:t>.</a:t>
            </a:r>
            <a:br>
              <a:rPr lang="en-GB">
                <a:solidFill>
                  <a:schemeClr val="dk1"/>
                </a:solidFill>
              </a:rPr>
            </a:br>
            <a:endParaRPr>
              <a:solidFill>
                <a:schemeClr val="dk1"/>
              </a:solidFill>
            </a:endParaRPr>
          </a:p>
          <a:p>
            <a:pPr marL="457200" lvl="0" indent="-336550" algn="l" rtl="0">
              <a:lnSpc>
                <a:spcPct val="115000"/>
              </a:lnSpc>
              <a:spcBef>
                <a:spcPts val="0"/>
              </a:spcBef>
              <a:spcAft>
                <a:spcPts val="0"/>
              </a:spcAft>
              <a:buClr>
                <a:schemeClr val="dk1"/>
              </a:buClr>
              <a:buSzPts val="1700"/>
              <a:buChar char="●"/>
            </a:pPr>
            <a:r>
              <a:rPr lang="en-GB" b="1">
                <a:solidFill>
                  <a:schemeClr val="dk1"/>
                </a:solidFill>
              </a:rPr>
              <a:t>Step 6:</a:t>
            </a:r>
            <a:r>
              <a:rPr lang="en-GB">
                <a:solidFill>
                  <a:schemeClr val="dk1"/>
                </a:solidFill>
              </a:rPr>
              <a:t> </a:t>
            </a:r>
            <a:r>
              <a:rPr>
                <a:sym typeface="+mn-ea"/>
              </a:rPr>
              <a:t>Classification </a:t>
            </a:r>
            <a:r>
              <a:rPr lang="en-US">
                <a:sym typeface="+mn-ea"/>
              </a:rPr>
              <a:t>(</a:t>
            </a:r>
            <a:r>
              <a:rPr>
                <a:sym typeface="+mn-ea"/>
              </a:rPr>
              <a:t>Logistic Regression</a:t>
            </a:r>
            <a:r>
              <a:rPr lang="en-US">
                <a:sym typeface="+mn-ea"/>
              </a:rPr>
              <a:t>) </a:t>
            </a:r>
            <a:r>
              <a:rPr>
                <a:sym typeface="+mn-ea"/>
              </a:rPr>
              <a:t>Combined </a:t>
            </a:r>
            <a:r>
              <a:rPr lang="en-US">
                <a:sym typeface="+mn-ea"/>
              </a:rPr>
              <a:t>F</a:t>
            </a:r>
            <a:r>
              <a:rPr>
                <a:sym typeface="+mn-ea"/>
              </a:rPr>
              <a:t>eature</a:t>
            </a:r>
            <a:endParaRPr>
              <a:sym typeface="+mn-ea"/>
            </a:endParaRPr>
          </a:p>
          <a:p>
            <a:pPr marL="457200" lvl="0" indent="-336550" algn="l" rtl="0">
              <a:lnSpc>
                <a:spcPct val="115000"/>
              </a:lnSpc>
              <a:spcBef>
                <a:spcPts val="0"/>
              </a:spcBef>
              <a:spcAft>
                <a:spcPts val="0"/>
              </a:spcAft>
              <a:buClr>
                <a:schemeClr val="dk1"/>
              </a:buClr>
              <a:buSzPts val="1700"/>
              <a:buChar char="●"/>
            </a:pPr>
            <a:endParaRPr>
              <a:solidFill>
                <a:schemeClr val="dk1"/>
              </a:solidFill>
              <a:sym typeface="+mn-ea"/>
            </a:endParaRPr>
          </a:p>
          <a:p>
            <a:pPr marL="457200" lvl="0" indent="-336550" algn="l" rtl="0">
              <a:lnSpc>
                <a:spcPct val="115000"/>
              </a:lnSpc>
              <a:spcBef>
                <a:spcPts val="0"/>
              </a:spcBef>
              <a:spcAft>
                <a:spcPts val="0"/>
              </a:spcAft>
              <a:buClr>
                <a:schemeClr val="dk1"/>
              </a:buClr>
              <a:buSzPts val="1700"/>
              <a:buChar char="●"/>
            </a:pPr>
            <a:r>
              <a:rPr lang="en-GB" b="1">
                <a:solidFill>
                  <a:schemeClr val="dk1"/>
                </a:solidFill>
                <a:sym typeface="+mn-ea"/>
              </a:rPr>
              <a:t>Step </a:t>
            </a:r>
            <a:r>
              <a:rPr lang="en-US" altLang="en-GB" b="1">
                <a:solidFill>
                  <a:schemeClr val="dk1"/>
                </a:solidFill>
                <a:sym typeface="+mn-ea"/>
              </a:rPr>
              <a:t>7: </a:t>
            </a:r>
            <a:r>
              <a:rPr lang="en-US">
                <a:sym typeface="+mn-ea"/>
              </a:rPr>
              <a:t>Model performace Testing (</a:t>
            </a:r>
            <a:r>
              <a:rPr>
                <a:sym typeface="+mn-ea"/>
              </a:rPr>
              <a:t>Macro F1</a:t>
            </a:r>
            <a:r>
              <a:rPr lang="en-US">
                <a:sym typeface="+mn-ea"/>
              </a:rPr>
              <a:t>,</a:t>
            </a:r>
            <a:r>
              <a:rPr lang="en-US" altLang="en-US">
                <a:sym typeface="+mn-ea"/>
              </a:rPr>
              <a:t>Accuracy,precision</a:t>
            </a:r>
            <a:r>
              <a:rPr lang="en-US">
                <a:sym typeface="+mn-ea"/>
              </a:rPr>
              <a:t>).</a:t>
            </a:r>
            <a:endParaRPr>
              <a:solidFill>
                <a:schemeClr val="dk1"/>
              </a:solidFill>
            </a:endParaRPr>
          </a:p>
          <a:p>
            <a:pPr marL="457200" marR="0" lvl="0" indent="0" algn="l" rtl="0">
              <a:lnSpc>
                <a:spcPct val="115000"/>
              </a:lnSpc>
              <a:spcBef>
                <a:spcPts val="1200"/>
              </a:spcBef>
              <a:spcAft>
                <a:spcPts val="0"/>
              </a:spcAft>
              <a:buNone/>
            </a:pPr>
            <a:endParaRPr sz="2000" b="1">
              <a:solidFill>
                <a:schemeClr val="dk1"/>
              </a:solidFill>
            </a:endParaRPr>
          </a:p>
          <a:p>
            <a:pPr marL="457200" lvl="0" indent="0" algn="l" rtl="0">
              <a:lnSpc>
                <a:spcPct val="115000"/>
              </a:lnSpc>
              <a:spcBef>
                <a:spcPts val="1200"/>
              </a:spcBef>
              <a:spcAft>
                <a:spcPts val="1200"/>
              </a:spcAft>
              <a:buNone/>
            </a:pPr>
            <a:endParaRPr sz="200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2" name="Text Placeholder 1"/>
          <p:cNvSpPr/>
          <p:nvPr>
            <p:ph type="body" idx="1"/>
          </p:nvPr>
        </p:nvSpPr>
        <p:spPr>
          <a:xfrm>
            <a:off x="311785" y="915670"/>
            <a:ext cx="8520430" cy="3810635"/>
          </a:xfrm>
        </p:spPr>
        <p:txBody>
          <a:bodyPr>
            <a:normAutofit lnSpcReduction="10000"/>
          </a:bodyPr>
          <a:p>
            <a:pPr marL="114300" indent="0">
              <a:buNone/>
            </a:pPr>
            <a:r>
              <a:rPr lang="en-US" altLang="en-US" b="1"/>
              <a:t>Problem Statement:</a:t>
            </a:r>
            <a:endParaRPr lang="en-US" altLang="en-US"/>
          </a:p>
          <a:p>
            <a:pPr marL="114300" indent="0">
              <a:buNone/>
            </a:pPr>
            <a:r>
              <a:rPr lang="en-US" altLang="en-US"/>
              <a:t>Customers buy a lot of different products, but the dataset does not include any category labels and the goal is to categorize those products and then train a model that can classify any new product description into the correct category.</a:t>
            </a:r>
            <a:endParaRPr lang="en-US" altLang="en-US"/>
          </a:p>
          <a:p>
            <a:pPr marL="114300" indent="0">
              <a:buNone/>
            </a:pPr>
            <a:endParaRPr lang="en-US" altLang="en-US"/>
          </a:p>
          <a:p>
            <a:pPr marL="114300" indent="0">
              <a:buNone/>
            </a:pPr>
            <a:r>
              <a:rPr lang="en-US" altLang="en-US" b="1"/>
              <a:t>Dataset Selection:</a:t>
            </a:r>
            <a:endParaRPr lang="en-US" altLang="en-US" b="1"/>
          </a:p>
          <a:p>
            <a:pPr marL="114300" indent="0">
              <a:buNone/>
            </a:pPr>
            <a:r>
              <a:rPr lang="en-US" altLang="en-US"/>
              <a:t>Link: https: //www.kaggle.com/datasets/vipin20/transaction-data .</a:t>
            </a:r>
            <a:endParaRPr lang="en-US" altLang="en-US"/>
          </a:p>
          <a:p>
            <a:pPr marL="114300" indent="0">
              <a:buNone/>
            </a:pPr>
            <a:r>
              <a:rPr lang="en-US" altLang="en-US"/>
              <a:t>The used ML techniques:</a:t>
            </a:r>
            <a:endParaRPr lang="en-US" altLang="en-US"/>
          </a:p>
          <a:p>
            <a:pPr marL="1314450" lvl="2" indent="-285750">
              <a:buFont typeface="Wingdings" panose="05000000000000000000" charset="0"/>
              <a:buChar char="q"/>
            </a:pPr>
            <a:r>
              <a:rPr lang="en-US" altLang="en-US"/>
              <a:t>NLP:using TF-IDF for extracting important words to use in clustering.</a:t>
            </a:r>
            <a:endParaRPr lang="en-US" altLang="en-US"/>
          </a:p>
          <a:p>
            <a:pPr marL="1314450" lvl="2" indent="-285750">
              <a:buFont typeface="Wingdings" panose="05000000000000000000" charset="0"/>
              <a:buChar char="q"/>
            </a:pPr>
            <a:r>
              <a:rPr lang="en-US" altLang="en-US"/>
              <a:t>Clustering: Since the dataset doesnt come with category already so Unsupervised.</a:t>
            </a:r>
            <a:endParaRPr lang="en-US" altLang="en-US"/>
          </a:p>
          <a:p>
            <a:pPr marL="1314450" lvl="2" indent="-285750">
              <a:buFont typeface="Wingdings" panose="05000000000000000000" charset="0"/>
              <a:buChar char="q"/>
            </a:pPr>
            <a:r>
              <a:rPr lang="en-US" altLang="en-US"/>
              <a:t>Classifying:Since after clusters i can use the words to categorize our goal.</a:t>
            </a:r>
            <a:endParaRPr lang="en-US" altLang="en-US"/>
          </a:p>
        </p:txBody>
      </p:sp>
      <p:sp>
        <p:nvSpPr>
          <p:cNvPr id="159" name="Google Shape;159;p24"/>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62500"/>
          </a:bodyPr>
          <a:lstStyle/>
          <a:p>
            <a:pPr marL="0" lvl="0" indent="0" algn="r" rtl="0">
              <a:lnSpc>
                <a:spcPct val="100000"/>
              </a:lnSpc>
              <a:spcBef>
                <a:spcPts val="0"/>
              </a:spcBef>
              <a:spcAft>
                <a:spcPts val="0"/>
              </a:spcAft>
              <a:buSzPct val="100000"/>
              <a:buNone/>
            </a:pPr>
            <a:fld id="{00000000-1234-1234-1234-123412341234}" type="slidenum">
              <a:rPr lang="en-GB"/>
            </a:fld>
            <a:endParaRPr lang="en-GB"/>
          </a:p>
        </p:txBody>
      </p:sp>
      <p:grpSp>
        <p:nvGrpSpPr>
          <p:cNvPr id="163" name="Google Shape;163;p24"/>
          <p:cNvGrpSpPr/>
          <p:nvPr/>
        </p:nvGrpSpPr>
        <p:grpSpPr>
          <a:xfrm rot="8100353">
            <a:off x="590123" y="3873367"/>
            <a:ext cx="734820" cy="597312"/>
            <a:chOff x="521400" y="3135325"/>
            <a:chExt cx="1067700" cy="867900"/>
          </a:xfrm>
        </p:grpSpPr>
        <p:sp>
          <p:nvSpPr>
            <p:cNvPr id="164"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 name="Title 2"/>
          <p:cNvSpPr/>
          <p:nvPr>
            <p:ph type="title"/>
          </p:nvPr>
        </p:nvSpPr>
        <p:spPr>
          <a:xfrm>
            <a:off x="239945" y="339725"/>
            <a:ext cx="8147100" cy="572700"/>
          </a:xfrm>
        </p:spPr>
        <p:txBody>
          <a:bodyPr>
            <a:normAutofit fontScale="90000"/>
          </a:bodyPr>
          <a:p>
            <a:pPr algn="ctr"/>
            <a:r>
              <a:rPr lang="en-US" altLang="en-US"/>
              <a:t>Problem Statement and Dataset Selection</a:t>
            </a:r>
            <a:endParaRPr lang="en-US" altLang="en-US"/>
          </a:p>
        </p:txBody>
      </p:sp>
      <p:sp>
        <p:nvSpPr>
          <p:cNvPr id="6" name="Rectangles 5"/>
          <p:cNvSpPr/>
          <p:nvPr/>
        </p:nvSpPr>
        <p:spPr>
          <a:xfrm>
            <a:off x="0" y="-11430"/>
            <a:ext cx="9144000"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7" name="Rectangles 6"/>
          <p:cNvSpPr/>
          <p:nvPr/>
        </p:nvSpPr>
        <p:spPr>
          <a:xfrm>
            <a:off x="0" y="4664710"/>
            <a:ext cx="9144000" cy="494665"/>
          </a:xfrm>
          <a:prstGeom prst="rect">
            <a:avLst/>
          </a:prstGeom>
          <a:solidFill>
            <a:schemeClr val="accent1"/>
          </a:solidFill>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8" name="Rectangles 7"/>
          <p:cNvSpPr/>
          <p:nvPr/>
        </p:nvSpPr>
        <p:spPr>
          <a:xfrm rot="16200000">
            <a:off x="-1991995" y="2331720"/>
            <a:ext cx="4335780"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9" name="Rectangles 8"/>
          <p:cNvSpPr/>
          <p:nvPr/>
        </p:nvSpPr>
        <p:spPr>
          <a:xfrm rot="16200000">
            <a:off x="6516370" y="2305050"/>
            <a:ext cx="4958715" cy="326390"/>
          </a:xfrm>
          <a:prstGeom prst="rect">
            <a:avLst/>
          </a:prstGeom>
          <a:solidFill>
            <a:schemeClr val="accent1"/>
          </a:solidFill>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grpSp>
        <p:nvGrpSpPr>
          <p:cNvPr id="160" name="Google Shape;160;p24"/>
          <p:cNvGrpSpPr/>
          <p:nvPr/>
        </p:nvGrpSpPr>
        <p:grpSpPr>
          <a:xfrm rot="2700000">
            <a:off x="8105140" y="3819525"/>
            <a:ext cx="812800" cy="724535"/>
            <a:chOff x="919500" y="1916075"/>
            <a:chExt cx="1067700" cy="867900"/>
          </a:xfrm>
        </p:grpSpPr>
        <p:sp>
          <p:nvSpPr>
            <p:cNvPr id="161"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323130" y="339725"/>
            <a:ext cx="8520600" cy="841800"/>
          </a:xfrm>
        </p:spPr>
        <p:txBody>
          <a:bodyPr/>
          <a:p>
            <a:r>
              <a:rPr lang="en-US" altLang="en-US"/>
              <a:t>Data Preparation and Exploration</a:t>
            </a:r>
            <a:endParaRPr lang="en-US" altLang="en-US"/>
          </a:p>
        </p:txBody>
      </p:sp>
      <p:sp>
        <p:nvSpPr>
          <p:cNvPr id="3" name="Slide Number Placeholder 2"/>
          <p:cNvSpPr>
            <a:spLocks noGrp="1"/>
          </p:cNvSpPr>
          <p:nvPr>
            <p:ph type="sldNum" idx="12"/>
          </p:nvPr>
        </p:nvSpPr>
        <p:spPr/>
        <p:txBody>
          <a:bodyPr>
            <a:normAutofit fontScale="60000"/>
          </a:bodyPr>
          <a:p>
            <a:pPr marL="0" lvl="0" indent="0" algn="r" rtl="0">
              <a:spcBef>
                <a:spcPts val="0"/>
              </a:spcBef>
              <a:spcAft>
                <a:spcPts val="0"/>
              </a:spcAft>
              <a:buNone/>
            </a:pPr>
            <a:fld id="{00000000-1234-1234-1234-123412341234}" type="slidenum">
              <a:rPr lang="en-GB"/>
            </a:fld>
            <a:endParaRPr lang="en-GB"/>
          </a:p>
        </p:txBody>
      </p:sp>
      <p:sp>
        <p:nvSpPr>
          <p:cNvPr id="5" name="Text Box 4"/>
          <p:cNvSpPr txBox="1"/>
          <p:nvPr/>
        </p:nvSpPr>
        <p:spPr>
          <a:xfrm>
            <a:off x="323215" y="1059815"/>
            <a:ext cx="7164070" cy="2847340"/>
          </a:xfrm>
          <a:prstGeom prst="rect">
            <a:avLst/>
          </a:prstGeom>
          <a:noFill/>
        </p:spPr>
        <p:txBody>
          <a:bodyPr wrap="square" rtlCol="0">
            <a:spAutoFit/>
          </a:bodyPr>
          <a:p>
            <a:pPr marL="342900" indent="-342900">
              <a:lnSpc>
                <a:spcPct val="160000"/>
              </a:lnSpc>
              <a:buClr>
                <a:srgbClr val="58ADC5"/>
              </a:buClr>
              <a:buFont typeface="Wingdings" panose="05000000000000000000" charset="0"/>
              <a:buChar char="u"/>
            </a:pPr>
            <a:r>
              <a:rPr lang="en-US" altLang="zh-CN" sz="1600">
                <a:sym typeface="+mn-ea"/>
              </a:rPr>
              <a:t>Removed duplicates &amp; Null values &amp; </a:t>
            </a:r>
            <a:r>
              <a:rPr lang="en-US" altLang="zh-CN" sz="1600"/>
              <a:t>Fixed negative user ID.</a:t>
            </a:r>
            <a:endParaRPr lang="en-US" altLang="zh-CN" sz="1600"/>
          </a:p>
          <a:p>
            <a:pPr marL="342900" indent="-342900">
              <a:lnSpc>
                <a:spcPct val="160000"/>
              </a:lnSpc>
              <a:buClr>
                <a:srgbClr val="58ADC5"/>
              </a:buClr>
              <a:buFont typeface="Wingdings" panose="05000000000000000000" charset="0"/>
              <a:buChar char="u"/>
            </a:pPr>
            <a:r>
              <a:rPr lang="en-US" altLang="zh-CN" sz="1600"/>
              <a:t>Data Preprocessing for Description text (lower case ,no spaces,no symbols).</a:t>
            </a:r>
            <a:endParaRPr lang="en-US" altLang="zh-CN" sz="1600"/>
          </a:p>
          <a:p>
            <a:pPr marL="342900" indent="-342900">
              <a:lnSpc>
                <a:spcPct val="160000"/>
              </a:lnSpc>
              <a:buClr>
                <a:srgbClr val="58ADC5"/>
              </a:buClr>
              <a:buFont typeface="Wingdings" panose="05000000000000000000" charset="0"/>
              <a:buChar char="u"/>
            </a:pPr>
            <a:r>
              <a:rPr lang="en-US" altLang="zh-CN" sz="1600"/>
              <a:t>Feature engineered such as creating the category and total cost columns.</a:t>
            </a:r>
            <a:endParaRPr lang="en-US" altLang="zh-CN" sz="1600"/>
          </a:p>
          <a:p>
            <a:pPr marL="342900" indent="-342900">
              <a:lnSpc>
                <a:spcPct val="160000"/>
              </a:lnSpc>
              <a:buClr>
                <a:srgbClr val="58ADC5"/>
              </a:buClr>
              <a:buFont typeface="Wingdings" panose="05000000000000000000" charset="0"/>
              <a:buChar char="u"/>
            </a:pPr>
            <a:r>
              <a:rPr lang="en-US" altLang="zh-CN" sz="1600"/>
              <a:t>Removed Country section &amp; Removed outliers such as following:</a:t>
            </a:r>
            <a:endParaRPr lang="en-US" altLang="zh-CN" sz="1600"/>
          </a:p>
          <a:p>
            <a:pPr marL="342900" indent="-342900">
              <a:lnSpc>
                <a:spcPct val="160000"/>
              </a:lnSpc>
              <a:buClr>
                <a:srgbClr val="58ADC5"/>
              </a:buClr>
              <a:buFont typeface="Wingdings" panose="05000000000000000000" charset="0"/>
              <a:buChar char="u"/>
            </a:pPr>
            <a:endParaRPr lang="en-US" altLang="zh-CN" sz="1600"/>
          </a:p>
          <a:p>
            <a:pPr marL="342900" indent="-342900">
              <a:lnSpc>
                <a:spcPct val="160000"/>
              </a:lnSpc>
              <a:buClr>
                <a:srgbClr val="58ADC5"/>
              </a:buClr>
              <a:buFont typeface="Wingdings" panose="05000000000000000000" charset="0"/>
              <a:buChar char="u"/>
            </a:pPr>
            <a:endParaRPr lang="en-US" altLang="zh-CN" sz="1600"/>
          </a:p>
        </p:txBody>
      </p:sp>
      <p:pic>
        <p:nvPicPr>
          <p:cNvPr id="7" name="Picture 6"/>
          <p:cNvPicPr>
            <a:picLocks noChangeAspect="1"/>
          </p:cNvPicPr>
          <p:nvPr/>
        </p:nvPicPr>
        <p:blipFill>
          <a:blip r:embed="rId1"/>
          <a:srcRect r="1733"/>
          <a:stretch>
            <a:fillRect/>
          </a:stretch>
        </p:blipFill>
        <p:spPr>
          <a:xfrm>
            <a:off x="5795645" y="3075940"/>
            <a:ext cx="2808605" cy="1541780"/>
          </a:xfrm>
          <a:prstGeom prst="rect">
            <a:avLst/>
          </a:prstGeom>
        </p:spPr>
      </p:pic>
      <p:pic>
        <p:nvPicPr>
          <p:cNvPr id="8" name="Picture 7"/>
          <p:cNvPicPr>
            <a:picLocks noChangeAspect="1"/>
          </p:cNvPicPr>
          <p:nvPr/>
        </p:nvPicPr>
        <p:blipFill>
          <a:blip r:embed="rId2"/>
          <a:srcRect t="4768" r="158"/>
          <a:stretch>
            <a:fillRect/>
          </a:stretch>
        </p:blipFill>
        <p:spPr>
          <a:xfrm>
            <a:off x="2699385" y="3075940"/>
            <a:ext cx="2808605" cy="1433195"/>
          </a:xfrm>
          <a:prstGeom prst="rect">
            <a:avLst/>
          </a:prstGeom>
        </p:spPr>
      </p:pic>
      <p:pic>
        <p:nvPicPr>
          <p:cNvPr id="9" name="Picture 8"/>
          <p:cNvPicPr>
            <a:picLocks noChangeAspect="1"/>
          </p:cNvPicPr>
          <p:nvPr/>
        </p:nvPicPr>
        <p:blipFill>
          <a:blip r:embed="rId3"/>
          <a:srcRect t="571"/>
          <a:stretch>
            <a:fillRect/>
          </a:stretch>
        </p:blipFill>
        <p:spPr>
          <a:xfrm>
            <a:off x="323215" y="3076575"/>
            <a:ext cx="2453005" cy="1359535"/>
          </a:xfrm>
          <a:prstGeom prst="rect">
            <a:avLst/>
          </a:prstGeom>
        </p:spPr>
      </p:pic>
      <p:sp>
        <p:nvSpPr>
          <p:cNvPr id="10" name="Text Box 9"/>
          <p:cNvSpPr txBox="1"/>
          <p:nvPr/>
        </p:nvSpPr>
        <p:spPr>
          <a:xfrm>
            <a:off x="5795010" y="4660265"/>
            <a:ext cx="2809240" cy="306705"/>
          </a:xfrm>
          <a:prstGeom prst="rect">
            <a:avLst/>
          </a:prstGeom>
          <a:noFill/>
        </p:spPr>
        <p:txBody>
          <a:bodyPr wrap="square" rtlCol="0">
            <a:spAutoFit/>
          </a:bodyPr>
          <a:p>
            <a:pPr algn="ctr"/>
            <a:r>
              <a:rPr lang="en-US"/>
              <a:t>After</a:t>
            </a:r>
            <a:endParaRPr lang="en-US"/>
          </a:p>
        </p:txBody>
      </p:sp>
      <p:sp>
        <p:nvSpPr>
          <p:cNvPr id="11" name="Text Box 10"/>
          <p:cNvSpPr txBox="1"/>
          <p:nvPr/>
        </p:nvSpPr>
        <p:spPr>
          <a:xfrm>
            <a:off x="2964180" y="4660265"/>
            <a:ext cx="2544445" cy="306705"/>
          </a:xfrm>
          <a:prstGeom prst="rect">
            <a:avLst/>
          </a:prstGeom>
          <a:noFill/>
        </p:spPr>
        <p:txBody>
          <a:bodyPr wrap="square" rtlCol="0">
            <a:spAutoFit/>
          </a:bodyPr>
          <a:p>
            <a:pPr algn="ctr"/>
            <a:r>
              <a:rPr lang="en-US"/>
              <a:t>Before</a:t>
            </a:r>
            <a:endParaRPr lang="en-US"/>
          </a:p>
        </p:txBody>
      </p:sp>
      <p:pic>
        <p:nvPicPr>
          <p:cNvPr id="13" name="Picture 12"/>
          <p:cNvPicPr>
            <a:picLocks noChangeAspect="1"/>
          </p:cNvPicPr>
          <p:nvPr/>
        </p:nvPicPr>
        <p:blipFill>
          <a:blip r:embed="rId4"/>
          <a:stretch>
            <a:fillRect/>
          </a:stretch>
        </p:blipFill>
        <p:spPr>
          <a:xfrm>
            <a:off x="7352030" y="931545"/>
            <a:ext cx="1369060" cy="2101850"/>
          </a:xfrm>
          <a:prstGeom prst="rect">
            <a:avLst/>
          </a:prstGeom>
        </p:spPr>
      </p:pic>
      <p:grpSp>
        <p:nvGrpSpPr>
          <p:cNvPr id="160" name="Google Shape;160;p24"/>
          <p:cNvGrpSpPr/>
          <p:nvPr/>
        </p:nvGrpSpPr>
        <p:grpSpPr>
          <a:xfrm rot="2520000">
            <a:off x="6630670" y="962025"/>
            <a:ext cx="706755" cy="612140"/>
            <a:chOff x="919500" y="1916075"/>
            <a:chExt cx="1067700" cy="867900"/>
          </a:xfrm>
        </p:grpSpPr>
        <p:sp>
          <p:nvSpPr>
            <p:cNvPr id="161"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 name="Google Shape;163;p24"/>
          <p:cNvGrpSpPr/>
          <p:nvPr/>
        </p:nvGrpSpPr>
        <p:grpSpPr>
          <a:xfrm rot="12780353">
            <a:off x="310723" y="564382"/>
            <a:ext cx="734820" cy="597312"/>
            <a:chOff x="521400" y="3135325"/>
            <a:chExt cx="1067700" cy="867900"/>
          </a:xfrm>
        </p:grpSpPr>
        <p:sp>
          <p:nvSpPr>
            <p:cNvPr id="164"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 name="Title 1"/>
          <p:cNvSpPr/>
          <p:nvPr>
            <p:ph type="title"/>
          </p:nvPr>
        </p:nvSpPr>
        <p:spPr>
          <a:xfrm>
            <a:off x="323765" y="339090"/>
            <a:ext cx="8520600" cy="841800"/>
          </a:xfrm>
        </p:spPr>
        <p:txBody>
          <a:bodyPr/>
          <a:p>
            <a:r>
              <a:rPr lang="en-US" altLang="en-US"/>
              <a:t>Model development and evaluation</a:t>
            </a:r>
            <a:endParaRPr lang="en-US" altLang="en-US"/>
          </a:p>
        </p:txBody>
      </p:sp>
      <p:sp>
        <p:nvSpPr>
          <p:cNvPr id="3" name="Slide Number Placeholder 2"/>
          <p:cNvSpPr>
            <a:spLocks noGrp="1"/>
          </p:cNvSpPr>
          <p:nvPr>
            <p:ph type="sldNum" idx="12"/>
          </p:nvPr>
        </p:nvSpPr>
        <p:spPr/>
        <p:txBody>
          <a:bodyPr>
            <a:normAutofit fontScale="60000"/>
          </a:bodyPr>
          <a:p>
            <a:pPr marL="0" lvl="0" indent="0" algn="r" rtl="0">
              <a:spcBef>
                <a:spcPts val="0"/>
              </a:spcBef>
              <a:spcAft>
                <a:spcPts val="0"/>
              </a:spcAft>
              <a:buNone/>
            </a:pPr>
            <a:fld id="{00000000-1234-1234-1234-123412341234}" type="slidenum">
              <a:rPr lang="en-GB"/>
            </a:fld>
            <a:endParaRPr lang="en-GB"/>
          </a:p>
        </p:txBody>
      </p:sp>
      <p:sp>
        <p:nvSpPr>
          <p:cNvPr id="5" name="Text Box 4"/>
          <p:cNvSpPr txBox="1"/>
          <p:nvPr/>
        </p:nvSpPr>
        <p:spPr>
          <a:xfrm>
            <a:off x="323215" y="1059815"/>
            <a:ext cx="8521700" cy="2847340"/>
          </a:xfrm>
          <a:prstGeom prst="rect">
            <a:avLst/>
          </a:prstGeom>
          <a:noFill/>
        </p:spPr>
        <p:txBody>
          <a:bodyPr wrap="square" rtlCol="0">
            <a:spAutoFit/>
          </a:bodyPr>
          <a:p>
            <a:pPr marL="342900" indent="-342900">
              <a:lnSpc>
                <a:spcPct val="160000"/>
              </a:lnSpc>
              <a:buClr>
                <a:srgbClr val="EA5B25"/>
              </a:buClr>
              <a:buFont typeface="Wingdings" panose="05000000000000000000" charset="0"/>
              <a:buChar char="u"/>
            </a:pPr>
            <a:r>
              <a:rPr lang="en-US" altLang="en-US" sz="1600"/>
              <a:t>Used NLP (TF-IDF) to get the important words of description and used TruncatedSVD to reduce it</a:t>
            </a:r>
            <a:r>
              <a:rPr lang="en-US" altLang="zh-CN" sz="1600"/>
              <a:t>.</a:t>
            </a:r>
            <a:endParaRPr lang="en-US" altLang="zh-CN" sz="1600"/>
          </a:p>
          <a:p>
            <a:pPr marL="342900" indent="-342900">
              <a:lnSpc>
                <a:spcPct val="160000"/>
              </a:lnSpc>
              <a:buClr>
                <a:srgbClr val="EA5B25"/>
              </a:buClr>
              <a:buFont typeface="Wingdings" panose="05000000000000000000" charset="0"/>
              <a:buChar char="u"/>
            </a:pPr>
            <a:r>
              <a:rPr lang="en-US" altLang="en-US" sz="1600"/>
              <a:t>Unsupervised Learning (</a:t>
            </a:r>
            <a:r>
              <a:rPr lang="en-US" altLang="en-US" sz="1600">
                <a:sym typeface="+mn-ea"/>
              </a:rPr>
              <a:t>KMeans</a:t>
            </a:r>
            <a:r>
              <a:rPr lang="en-US" altLang="en-US" sz="1600"/>
              <a:t>) and Elbow &amp; Silhouette.</a:t>
            </a:r>
            <a:endParaRPr lang="en-US" altLang="en-US" sz="1600"/>
          </a:p>
          <a:p>
            <a:pPr marL="342900" indent="-342900">
              <a:lnSpc>
                <a:spcPct val="160000"/>
              </a:lnSpc>
              <a:buClr>
                <a:srgbClr val="EA5B25"/>
              </a:buClr>
              <a:buFont typeface="Wingdings" panose="05000000000000000000" charset="0"/>
              <a:buChar char="u"/>
            </a:pPr>
            <a:r>
              <a:rPr lang="en-US" altLang="en-US" sz="1600"/>
              <a:t>Used the 56 clusters with Creating the categories and used Supervised</a:t>
            </a:r>
            <a:endParaRPr lang="en-US" altLang="en-US" sz="1600"/>
          </a:p>
          <a:p>
            <a:pPr marL="0" indent="0">
              <a:lnSpc>
                <a:spcPct val="160000"/>
              </a:lnSpc>
              <a:buClr>
                <a:srgbClr val="EA5B25"/>
              </a:buClr>
              <a:buFont typeface="Wingdings" panose="05000000000000000000" charset="0"/>
              <a:buNone/>
            </a:pPr>
            <a:r>
              <a:rPr lang="en-US" altLang="en-US" sz="1600"/>
              <a:t>       Learning (Logistic Regression) with the normalized output.</a:t>
            </a:r>
            <a:endParaRPr lang="en-US" altLang="en-US" sz="1600"/>
          </a:p>
          <a:p>
            <a:pPr marL="342900" indent="-342900">
              <a:lnSpc>
                <a:spcPct val="160000"/>
              </a:lnSpc>
              <a:buClr>
                <a:srgbClr val="EA5B25"/>
              </a:buClr>
              <a:buFont typeface="Wingdings" panose="05000000000000000000" charset="0"/>
              <a:buChar char="u"/>
            </a:pPr>
            <a:r>
              <a:rPr lang="en-US" altLang="en-US" sz="1600"/>
              <a:t>Used confusion matrix for accuracy testing and got the following results:</a:t>
            </a:r>
            <a:endParaRPr lang="en-US" altLang="en-US" sz="1600"/>
          </a:p>
          <a:p>
            <a:pPr marL="342900" indent="-342900">
              <a:lnSpc>
                <a:spcPct val="160000"/>
              </a:lnSpc>
              <a:buClr>
                <a:srgbClr val="58ADC5"/>
              </a:buClr>
              <a:buFont typeface="Wingdings" panose="05000000000000000000" charset="0"/>
              <a:buChar char="u"/>
            </a:pPr>
            <a:endParaRPr lang="en-US" altLang="zh-CN" sz="1600"/>
          </a:p>
        </p:txBody>
      </p:sp>
      <p:sp>
        <p:nvSpPr>
          <p:cNvPr id="6" name="Rectangles 5"/>
          <p:cNvSpPr/>
          <p:nvPr/>
        </p:nvSpPr>
        <p:spPr>
          <a:xfrm>
            <a:off x="0" y="-11430"/>
            <a:ext cx="9144000"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7" name="Rectangles 6"/>
          <p:cNvSpPr/>
          <p:nvPr/>
        </p:nvSpPr>
        <p:spPr>
          <a:xfrm>
            <a:off x="0" y="4664710"/>
            <a:ext cx="9144000" cy="494665"/>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8" name="Rectangles 7"/>
          <p:cNvSpPr/>
          <p:nvPr/>
        </p:nvSpPr>
        <p:spPr>
          <a:xfrm rot="16200000">
            <a:off x="-2185035" y="2524125"/>
            <a:ext cx="4721225"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9" name="Rectangles 8"/>
          <p:cNvSpPr/>
          <p:nvPr/>
        </p:nvSpPr>
        <p:spPr>
          <a:xfrm rot="16200000">
            <a:off x="6489065" y="2332990"/>
            <a:ext cx="4999990" cy="3124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pic>
        <p:nvPicPr>
          <p:cNvPr id="10" name="Picture 9"/>
          <p:cNvPicPr>
            <a:picLocks noChangeAspect="1"/>
          </p:cNvPicPr>
          <p:nvPr/>
        </p:nvPicPr>
        <p:blipFill>
          <a:blip r:embed="rId1"/>
          <a:stretch>
            <a:fillRect/>
          </a:stretch>
        </p:blipFill>
        <p:spPr>
          <a:xfrm>
            <a:off x="755650" y="3484245"/>
            <a:ext cx="2917190" cy="1143635"/>
          </a:xfrm>
          <a:prstGeom prst="rect">
            <a:avLst/>
          </a:prstGeom>
        </p:spPr>
      </p:pic>
      <p:pic>
        <p:nvPicPr>
          <p:cNvPr id="11" name="Picture 10"/>
          <p:cNvPicPr>
            <a:picLocks noChangeAspect="1"/>
          </p:cNvPicPr>
          <p:nvPr/>
        </p:nvPicPr>
        <p:blipFill>
          <a:blip r:embed="rId2"/>
          <a:stretch>
            <a:fillRect/>
          </a:stretch>
        </p:blipFill>
        <p:spPr>
          <a:xfrm>
            <a:off x="3563620" y="3919220"/>
            <a:ext cx="2748280" cy="733425"/>
          </a:xfrm>
          <a:prstGeom prst="rect">
            <a:avLst/>
          </a:prstGeom>
        </p:spPr>
      </p:pic>
      <p:pic>
        <p:nvPicPr>
          <p:cNvPr id="12" name="Picture 11"/>
          <p:cNvPicPr>
            <a:picLocks noChangeAspect="1"/>
          </p:cNvPicPr>
          <p:nvPr/>
        </p:nvPicPr>
        <p:blipFill>
          <a:blip r:embed="rId3"/>
          <a:stretch>
            <a:fillRect/>
          </a:stretch>
        </p:blipFill>
        <p:spPr>
          <a:xfrm>
            <a:off x="7217410" y="3375660"/>
            <a:ext cx="1579245" cy="12522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0" name="Google Shape;160;p24"/>
          <p:cNvGrpSpPr/>
          <p:nvPr/>
        </p:nvGrpSpPr>
        <p:grpSpPr>
          <a:xfrm rot="14100000">
            <a:off x="42545" y="432435"/>
            <a:ext cx="697230" cy="629920"/>
            <a:chOff x="919500" y="1916075"/>
            <a:chExt cx="1067700" cy="867900"/>
          </a:xfrm>
        </p:grpSpPr>
        <p:sp>
          <p:nvSpPr>
            <p:cNvPr id="161"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 name="Slide Number Placeholder 2"/>
          <p:cNvSpPr>
            <a:spLocks noGrp="1"/>
          </p:cNvSpPr>
          <p:nvPr>
            <p:ph type="sldNum" idx="12"/>
          </p:nvPr>
        </p:nvSpPr>
        <p:spPr/>
        <p:txBody>
          <a:bodyPr>
            <a:normAutofit fontScale="60000"/>
          </a:bodyPr>
          <a:p>
            <a:pPr marL="0" lvl="0" indent="0" algn="r" rtl="0">
              <a:spcBef>
                <a:spcPts val="0"/>
              </a:spcBef>
              <a:spcAft>
                <a:spcPts val="0"/>
              </a:spcAft>
              <a:buNone/>
            </a:pPr>
            <a:fld id="{00000000-1234-1234-1234-123412341234}" type="slidenum">
              <a:rPr lang="en-GB"/>
            </a:fld>
            <a:endParaRPr lang="en-GB"/>
          </a:p>
        </p:txBody>
      </p:sp>
      <p:sp>
        <p:nvSpPr>
          <p:cNvPr id="12" name="Title 11"/>
          <p:cNvSpPr/>
          <p:nvPr>
            <p:ph type="title"/>
          </p:nvPr>
        </p:nvSpPr>
        <p:spPr>
          <a:xfrm>
            <a:off x="323130" y="339725"/>
            <a:ext cx="8520600" cy="841800"/>
          </a:xfrm>
        </p:spPr>
        <p:txBody>
          <a:bodyPr/>
          <a:p>
            <a:r>
              <a:rPr lang="en-US" altLang="en-US"/>
              <a:t>Ethical Considerations and Limitations</a:t>
            </a:r>
            <a:endParaRPr lang="en-US" altLang="en-US"/>
          </a:p>
        </p:txBody>
      </p:sp>
      <p:sp>
        <p:nvSpPr>
          <p:cNvPr id="14" name="Slide Number Placeholder 2"/>
          <p:cNvSpPr>
            <a:spLocks noGrp="1"/>
          </p:cNvSpPr>
          <p:nvPr/>
        </p:nvSpPr>
        <p:spPr>
          <a:xfrm>
            <a:off x="8593613" y="4889672"/>
            <a:ext cx="365700" cy="274200"/>
          </a:xfrm>
          <a:prstGeom prst="rect">
            <a:avLst/>
          </a:prstGeom>
          <a:noFill/>
          <a:ln>
            <a:noFill/>
          </a:ln>
        </p:spPr>
        <p:txBody>
          <a:bodyPr wrap="square" lIns="91425" tIns="91425" rIns="91425" bIns="91425" anchor="ctr" anchorCtr="0">
            <a:normAutofit fontScale="60000"/>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
        <p:nvSpPr>
          <p:cNvPr id="15" name="Text Box 14"/>
          <p:cNvSpPr txBox="1"/>
          <p:nvPr/>
        </p:nvSpPr>
        <p:spPr>
          <a:xfrm>
            <a:off x="323215" y="1059815"/>
            <a:ext cx="8422640" cy="2453640"/>
          </a:xfrm>
          <a:prstGeom prst="rect">
            <a:avLst/>
          </a:prstGeom>
          <a:noFill/>
        </p:spPr>
        <p:txBody>
          <a:bodyPr wrap="square" rtlCol="0">
            <a:spAutoFit/>
          </a:bodyPr>
          <a:p>
            <a:pPr marL="342900" indent="-342900">
              <a:lnSpc>
                <a:spcPct val="160000"/>
              </a:lnSpc>
              <a:buClr>
                <a:srgbClr val="58ADC5"/>
              </a:buClr>
              <a:buFont typeface="Wingdings" panose="05000000000000000000" charset="0"/>
              <a:buChar char="u"/>
            </a:pPr>
            <a:r>
              <a:rPr lang="en-US" altLang="en-US" sz="1600"/>
              <a:t>Country feature is the only thing that can have bias since in this dataset</a:t>
            </a:r>
            <a:endParaRPr lang="en-US" altLang="en-US" sz="1600"/>
          </a:p>
          <a:p>
            <a:pPr marL="0" indent="0">
              <a:lnSpc>
                <a:spcPct val="160000"/>
              </a:lnSpc>
              <a:buClr>
                <a:srgbClr val="58ADC5"/>
              </a:buClr>
              <a:buFont typeface="Wingdings" panose="05000000000000000000" charset="0"/>
              <a:buNone/>
            </a:pPr>
            <a:r>
              <a:rPr lang="en-US" altLang="en-US" sz="1600"/>
              <a:t>             it was 90% UK so there should be more countries and balanced.</a:t>
            </a:r>
            <a:endParaRPr lang="en-US" altLang="en-US" sz="1600"/>
          </a:p>
          <a:p>
            <a:pPr marL="342900" indent="-342900">
              <a:lnSpc>
                <a:spcPct val="160000"/>
              </a:lnSpc>
              <a:buClr>
                <a:srgbClr val="58ADC5"/>
              </a:buClr>
              <a:buFont typeface="Wingdings" panose="05000000000000000000" charset="0"/>
              <a:buChar char="u"/>
            </a:pPr>
            <a:r>
              <a:rPr lang="en-US" altLang="en-US" sz="1600"/>
              <a:t>Even when i removed Outliers there are still many more.</a:t>
            </a:r>
            <a:endParaRPr lang="en-US" altLang="en-US" sz="1600"/>
          </a:p>
          <a:p>
            <a:pPr marL="342900" indent="-342900">
              <a:lnSpc>
                <a:spcPct val="160000"/>
              </a:lnSpc>
              <a:buClr>
                <a:srgbClr val="58ADC5"/>
              </a:buClr>
              <a:buFont typeface="Wingdings" panose="05000000000000000000" charset="0"/>
              <a:buChar char="u"/>
            </a:pPr>
            <a:r>
              <a:rPr lang="en-US" altLang="en-US" sz="1600"/>
              <a:t>Other columns needed such as name of the store to avoid relying </a:t>
            </a:r>
            <a:endParaRPr lang="en-US" altLang="en-US" sz="1600"/>
          </a:p>
          <a:p>
            <a:pPr marL="0" indent="0">
              <a:lnSpc>
                <a:spcPct val="160000"/>
              </a:lnSpc>
              <a:buClr>
                <a:srgbClr val="58ADC5"/>
              </a:buClr>
              <a:buFont typeface="Wingdings" panose="05000000000000000000" charset="0"/>
              <a:buNone/>
            </a:pPr>
            <a:r>
              <a:rPr lang="en-US" altLang="en-US" sz="1600"/>
              <a:t>             heavily on 1 feature more than the others.</a:t>
            </a:r>
            <a:endParaRPr lang="en-US" altLang="en-US" sz="1600"/>
          </a:p>
          <a:p>
            <a:pPr marL="342900" indent="-342900">
              <a:lnSpc>
                <a:spcPct val="160000"/>
              </a:lnSpc>
              <a:buClr>
                <a:srgbClr val="58ADC5"/>
              </a:buClr>
              <a:buFont typeface="Wingdings" panose="05000000000000000000" charset="0"/>
              <a:buChar char="u"/>
            </a:pPr>
            <a:r>
              <a:rPr lang="en-US" altLang="en-US" sz="1600"/>
              <a:t>Had to manually give category lists.</a:t>
            </a:r>
            <a:endParaRPr lang="en-US" altLang="en-US" sz="16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lide Number Placeholder 2"/>
          <p:cNvSpPr>
            <a:spLocks noGrp="1"/>
          </p:cNvSpPr>
          <p:nvPr>
            <p:ph type="sldNum" idx="12"/>
          </p:nvPr>
        </p:nvSpPr>
        <p:spPr/>
        <p:txBody>
          <a:bodyPr>
            <a:normAutofit fontScale="60000"/>
          </a:bodyPr>
          <a:p>
            <a:pPr marL="0" lvl="0" indent="0" algn="r" rtl="0">
              <a:spcBef>
                <a:spcPts val="0"/>
              </a:spcBef>
              <a:spcAft>
                <a:spcPts val="0"/>
              </a:spcAft>
              <a:buNone/>
            </a:pPr>
            <a:fld id="{00000000-1234-1234-1234-123412341234}" type="slidenum">
              <a:rPr lang="en-GB"/>
            </a:fld>
            <a:endParaRPr lang="en-GB"/>
          </a:p>
        </p:txBody>
      </p:sp>
      <p:sp>
        <p:nvSpPr>
          <p:cNvPr id="14" name="Title 13"/>
          <p:cNvSpPr/>
          <p:nvPr>
            <p:ph type="title"/>
          </p:nvPr>
        </p:nvSpPr>
        <p:spPr>
          <a:xfrm>
            <a:off x="323765" y="339090"/>
            <a:ext cx="8520600" cy="841800"/>
          </a:xfrm>
        </p:spPr>
        <p:txBody>
          <a:bodyPr/>
          <a:p>
            <a:r>
              <a:rPr lang="en-US" altLang="en-US"/>
              <a:t>Conclusion and Future Work</a:t>
            </a:r>
            <a:endParaRPr lang="en-US" altLang="en-US"/>
          </a:p>
        </p:txBody>
      </p:sp>
      <p:sp>
        <p:nvSpPr>
          <p:cNvPr id="15" name="Slide Number Placeholder 2"/>
          <p:cNvSpPr>
            <a:spLocks noGrp="1"/>
          </p:cNvSpPr>
          <p:nvPr/>
        </p:nvSpPr>
        <p:spPr>
          <a:xfrm>
            <a:off x="8593613" y="4889672"/>
            <a:ext cx="365700" cy="274200"/>
          </a:xfrm>
          <a:prstGeom prst="rect">
            <a:avLst/>
          </a:prstGeom>
          <a:noFill/>
          <a:ln>
            <a:noFill/>
          </a:ln>
        </p:spPr>
        <p:txBody>
          <a:bodyPr wrap="square" lIns="91425" tIns="91425" rIns="91425" bIns="91425" anchor="ctr" anchorCtr="0">
            <a:normAutofit fontScale="60000"/>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1pPr>
            <a:lvl2pPr marL="0" marR="0" lvl="1"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2pPr>
            <a:lvl3pPr marL="0" marR="0" lvl="2"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3pPr>
            <a:lvl4pPr marL="0" marR="0" lvl="3"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4pPr>
            <a:lvl5pPr marL="0" marR="0" lvl="4"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5pPr>
            <a:lvl6pPr marL="0" marR="0" lvl="5"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6pPr>
            <a:lvl7pPr marL="0" marR="0" lvl="6"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7pPr>
            <a:lvl8pPr marL="0" marR="0" lvl="7"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8pPr>
            <a:lvl9pPr marL="0" marR="0" lvl="8" indent="0" algn="r" rtl="0">
              <a:lnSpc>
                <a:spcPct val="100000"/>
              </a:lnSpc>
              <a:spcBef>
                <a:spcPts val="0"/>
              </a:spcBef>
              <a:spcAft>
                <a:spcPts val="0"/>
              </a:spcAft>
              <a:buClr>
                <a:srgbClr val="000000"/>
              </a:buClr>
              <a:buSzPts val="800"/>
              <a:buFont typeface="Arial" panose="020B0604020202020204"/>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GB"/>
            </a:fld>
            <a:endParaRPr lang="en-GB"/>
          </a:p>
        </p:txBody>
      </p:sp>
      <p:sp>
        <p:nvSpPr>
          <p:cNvPr id="16" name="Text Box 15"/>
          <p:cNvSpPr txBox="1"/>
          <p:nvPr/>
        </p:nvSpPr>
        <p:spPr>
          <a:xfrm>
            <a:off x="323215" y="1059815"/>
            <a:ext cx="8521700" cy="4028440"/>
          </a:xfrm>
          <a:prstGeom prst="rect">
            <a:avLst/>
          </a:prstGeom>
          <a:noFill/>
        </p:spPr>
        <p:txBody>
          <a:bodyPr wrap="square" rtlCol="0">
            <a:spAutoFit/>
          </a:bodyPr>
          <a:p>
            <a:pPr marL="342900" indent="-342900">
              <a:lnSpc>
                <a:spcPct val="160000"/>
              </a:lnSpc>
              <a:buClr>
                <a:srgbClr val="EA5B25"/>
              </a:buClr>
              <a:buFont typeface="Wingdings" panose="05000000000000000000" charset="0"/>
              <a:buChar char="u"/>
            </a:pPr>
            <a:r>
              <a:rPr lang="en-US" altLang="en-US" sz="1600">
                <a:sym typeface="+mn-ea"/>
              </a:rPr>
              <a:t>To conclude this project goal is automatically classifying transactions into product categories using ML which ended on combining </a:t>
            </a:r>
            <a:r>
              <a:rPr lang="en-US" sz="1600">
                <a:sym typeface="+mn-ea"/>
              </a:rPr>
              <a:t>NLP method + </a:t>
            </a:r>
            <a:r>
              <a:rPr sz="1600">
                <a:sym typeface="+mn-ea"/>
              </a:rPr>
              <a:t>Unsupervised + Supervised Hybrid Model</a:t>
            </a:r>
            <a:r>
              <a:rPr lang="en-US" sz="1600">
                <a:sym typeface="+mn-ea"/>
              </a:rPr>
              <a:t> </a:t>
            </a:r>
            <a:r>
              <a:rPr lang="en-US" altLang="en-US" sz="1600">
                <a:sym typeface="+mn-ea"/>
              </a:rPr>
              <a:t>and removed alot of blocks thats not needed which lead to heavily relying on Description column and without it the results drop to approx 28.8% but with it 98%.</a:t>
            </a:r>
            <a:endParaRPr lang="en-US" altLang="en-US" sz="1600">
              <a:sym typeface="+mn-ea"/>
            </a:endParaRPr>
          </a:p>
          <a:p>
            <a:pPr marL="342900" indent="-342900">
              <a:lnSpc>
                <a:spcPct val="160000"/>
              </a:lnSpc>
              <a:buClr>
                <a:srgbClr val="EA5B25"/>
              </a:buClr>
              <a:buFont typeface="Wingdings" panose="05000000000000000000" charset="0"/>
              <a:buChar char="u"/>
            </a:pPr>
            <a:r>
              <a:rPr lang="en-US" altLang="en-US" sz="1600" b="1" u="sng">
                <a:sym typeface="+mn-ea"/>
              </a:rPr>
              <a:t>For Future work</a:t>
            </a:r>
            <a:r>
              <a:rPr lang="en-US" altLang="en-US" sz="1600" b="1">
                <a:sym typeface="+mn-ea"/>
              </a:rPr>
              <a:t>:</a:t>
            </a:r>
            <a:endParaRPr lang="en-US" altLang="en-US" sz="1600" b="1" u="sng">
              <a:sym typeface="+mn-ea"/>
            </a:endParaRPr>
          </a:p>
          <a:p>
            <a:pPr marL="1257300" lvl="2" indent="-342900">
              <a:lnSpc>
                <a:spcPct val="160000"/>
              </a:lnSpc>
              <a:buClr>
                <a:srgbClr val="EA5B25"/>
              </a:buClr>
              <a:buFont typeface="Wingdings" panose="05000000000000000000" charset="0"/>
              <a:buChar char="u"/>
            </a:pPr>
            <a:r>
              <a:rPr lang="en-US" altLang="en-US" sz="1600">
                <a:sym typeface="+mn-ea"/>
              </a:rPr>
              <a:t>Deep learning for better text understanding.</a:t>
            </a:r>
            <a:endParaRPr lang="en-US" altLang="en-US" sz="1600">
              <a:sym typeface="+mn-ea"/>
            </a:endParaRPr>
          </a:p>
          <a:p>
            <a:pPr marL="1257300" lvl="2" indent="-342900">
              <a:lnSpc>
                <a:spcPct val="160000"/>
              </a:lnSpc>
              <a:buClr>
                <a:srgbClr val="EA5B25"/>
              </a:buClr>
              <a:buFont typeface="Wingdings" panose="05000000000000000000" charset="0"/>
              <a:buChar char="u"/>
            </a:pPr>
            <a:r>
              <a:rPr lang="en-US" altLang="en-US" sz="1600">
                <a:sym typeface="+mn-ea"/>
              </a:rPr>
              <a:t>More Columns for better distribution of dependencies.</a:t>
            </a:r>
            <a:endParaRPr lang="en-US" altLang="en-US" sz="1600">
              <a:sym typeface="+mn-ea"/>
            </a:endParaRPr>
          </a:p>
          <a:p>
            <a:pPr marL="1257300" lvl="2" indent="-342900">
              <a:lnSpc>
                <a:spcPct val="160000"/>
              </a:lnSpc>
              <a:buClr>
                <a:srgbClr val="EA5B25"/>
              </a:buClr>
              <a:buFont typeface="Wingdings" panose="05000000000000000000" charset="0"/>
              <a:buChar char="u"/>
            </a:pPr>
            <a:r>
              <a:rPr lang="en-US" altLang="en-US" sz="1600">
                <a:sym typeface="+mn-ea"/>
              </a:rPr>
              <a:t>Using time series in different countries to check for brands or seasons.</a:t>
            </a:r>
            <a:br>
              <a:rPr lang="en-US" altLang="en-US" sz="1600">
                <a:sym typeface="+mn-ea"/>
              </a:rPr>
            </a:br>
            <a:endParaRPr lang="en-US" altLang="zh-CN" sz="1600"/>
          </a:p>
        </p:txBody>
      </p:sp>
      <p:sp>
        <p:nvSpPr>
          <p:cNvPr id="17" name="Rectangles 16"/>
          <p:cNvSpPr/>
          <p:nvPr/>
        </p:nvSpPr>
        <p:spPr>
          <a:xfrm>
            <a:off x="0" y="-11430"/>
            <a:ext cx="9144000"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18" name="Rectangles 17"/>
          <p:cNvSpPr/>
          <p:nvPr/>
        </p:nvSpPr>
        <p:spPr>
          <a:xfrm>
            <a:off x="0" y="4664710"/>
            <a:ext cx="9144000" cy="494665"/>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19" name="Rectangles 18"/>
          <p:cNvSpPr/>
          <p:nvPr/>
        </p:nvSpPr>
        <p:spPr>
          <a:xfrm rot="16200000">
            <a:off x="-2185035" y="2524125"/>
            <a:ext cx="4721225" cy="3505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sp>
        <p:nvSpPr>
          <p:cNvPr id="20" name="Rectangles 19"/>
          <p:cNvSpPr/>
          <p:nvPr/>
        </p:nvSpPr>
        <p:spPr>
          <a:xfrm rot="16200000">
            <a:off x="6489065" y="2332990"/>
            <a:ext cx="4999990" cy="312420"/>
          </a:xfrm>
          <a:prstGeom prst="rect">
            <a:avLst/>
          </a:prstGeom>
          <a:effectLst/>
        </p:spPr>
        <p:style>
          <a:lnRef idx="0">
            <a:srgbClr val="FFFFFF"/>
          </a:lnRef>
          <a:fillRef idx="1">
            <a:schemeClr val="accent4"/>
          </a:fillRef>
          <a:effectRef idx="2">
            <a:schemeClr val="accent4"/>
          </a:effectRef>
          <a:fontRef idx="minor">
            <a:schemeClr val="lt1"/>
          </a:fontRef>
        </p:style>
        <p:txBody>
          <a:bodyPr rtlCol="0" anchor="ctr"/>
          <a:p>
            <a:pPr algn="ctr"/>
            <a:endParaRPr lang="en-US"/>
          </a:p>
        </p:txBody>
      </p:sp>
      <p:grpSp>
        <p:nvGrpSpPr>
          <p:cNvPr id="163" name="Google Shape;163;p24"/>
          <p:cNvGrpSpPr/>
          <p:nvPr/>
        </p:nvGrpSpPr>
        <p:grpSpPr>
          <a:xfrm rot="17580353">
            <a:off x="7382718" y="427857"/>
            <a:ext cx="734820" cy="597312"/>
            <a:chOff x="521400" y="3135325"/>
            <a:chExt cx="1067700" cy="867900"/>
          </a:xfrm>
        </p:grpSpPr>
        <p:sp>
          <p:nvSpPr>
            <p:cNvPr id="164"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 name="Google Shape;163;p24"/>
          <p:cNvGrpSpPr/>
          <p:nvPr/>
        </p:nvGrpSpPr>
        <p:grpSpPr>
          <a:xfrm rot="13140353">
            <a:off x="3081020" y="448945"/>
            <a:ext cx="476250" cy="463550"/>
            <a:chOff x="521400" y="3135325"/>
            <a:chExt cx="1067700" cy="867900"/>
          </a:xfrm>
        </p:grpSpPr>
        <p:sp>
          <p:nvSpPr>
            <p:cNvPr id="15"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2" name="Google Shape;160;p24"/>
          <p:cNvGrpSpPr/>
          <p:nvPr/>
        </p:nvGrpSpPr>
        <p:grpSpPr>
          <a:xfrm rot="2640000">
            <a:off x="5000625" y="483235"/>
            <a:ext cx="532765" cy="414020"/>
            <a:chOff x="919500" y="1916075"/>
            <a:chExt cx="1067700" cy="867900"/>
          </a:xfrm>
        </p:grpSpPr>
        <p:sp>
          <p:nvSpPr>
            <p:cNvPr id="33"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 name="Google Shape;163;p24"/>
          <p:cNvGrpSpPr/>
          <p:nvPr/>
        </p:nvGrpSpPr>
        <p:grpSpPr>
          <a:xfrm rot="20880353">
            <a:off x="4911725" y="210185"/>
            <a:ext cx="470535" cy="429260"/>
            <a:chOff x="521400" y="3135325"/>
            <a:chExt cx="1067700" cy="867900"/>
          </a:xfrm>
        </p:grpSpPr>
        <p:sp>
          <p:nvSpPr>
            <p:cNvPr id="13" name="Google Shape;164;p24"/>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 name="Google Shape;165;p24"/>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9" name="Google Shape;160;p24"/>
          <p:cNvGrpSpPr/>
          <p:nvPr/>
        </p:nvGrpSpPr>
        <p:grpSpPr>
          <a:xfrm rot="17100000">
            <a:off x="4570730" y="170180"/>
            <a:ext cx="532765" cy="414020"/>
            <a:chOff x="919500" y="1916075"/>
            <a:chExt cx="1067700" cy="867900"/>
          </a:xfrm>
        </p:grpSpPr>
        <p:sp>
          <p:nvSpPr>
            <p:cNvPr id="20"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2" name="Google Shape;160;p24"/>
          <p:cNvGrpSpPr/>
          <p:nvPr/>
        </p:nvGrpSpPr>
        <p:grpSpPr>
          <a:xfrm rot="16560000">
            <a:off x="3256915" y="173990"/>
            <a:ext cx="481330" cy="394335"/>
            <a:chOff x="919500" y="1916075"/>
            <a:chExt cx="1067700" cy="867900"/>
          </a:xfrm>
        </p:grpSpPr>
        <p:sp>
          <p:nvSpPr>
            <p:cNvPr id="23"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5" name="Google Shape;160;p24"/>
          <p:cNvGrpSpPr/>
          <p:nvPr/>
        </p:nvGrpSpPr>
        <p:grpSpPr>
          <a:xfrm rot="9480000">
            <a:off x="3218180" y="723900"/>
            <a:ext cx="508000" cy="374015"/>
            <a:chOff x="919500" y="1916075"/>
            <a:chExt cx="1067700" cy="867900"/>
          </a:xfrm>
        </p:grpSpPr>
        <p:sp>
          <p:nvSpPr>
            <p:cNvPr id="26" name="Google Shape;161;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 name="Google Shape;162;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1" name="Text Box 40"/>
          <p:cNvSpPr txBox="1"/>
          <p:nvPr/>
        </p:nvSpPr>
        <p:spPr>
          <a:xfrm>
            <a:off x="240030" y="1779905"/>
            <a:ext cx="8794115" cy="2306320"/>
          </a:xfrm>
          <a:prstGeom prst="rect">
            <a:avLst/>
          </a:prstGeom>
          <a:noFill/>
        </p:spPr>
        <p:txBody>
          <a:bodyPr wrap="square" rtlCol="0">
            <a:spAutoFit/>
          </a:bodyPr>
          <a:p>
            <a:pPr marL="342900" indent="-342900">
              <a:lnSpc>
                <a:spcPct val="180000"/>
              </a:lnSpc>
              <a:buClr>
                <a:srgbClr val="58ADC5"/>
              </a:buClr>
              <a:buFont typeface="Wingdings" panose="05000000000000000000" charset="0"/>
              <a:buChar char="u"/>
            </a:pPr>
            <a:r>
              <a:rPr lang="en-US" altLang="en-US" sz="1600">
                <a:sym typeface="+mn-ea"/>
              </a:rPr>
              <a:t>https: //www.kaggle.com/datasets/vipin20/transaction-data </a:t>
            </a:r>
            <a:endParaRPr lang="en-US" altLang="en-US" sz="1600">
              <a:sym typeface="+mn-ea"/>
            </a:endParaRPr>
          </a:p>
          <a:p>
            <a:pPr marL="342900" indent="-342900">
              <a:lnSpc>
                <a:spcPct val="180000"/>
              </a:lnSpc>
              <a:buClr>
                <a:srgbClr val="EA5B25"/>
              </a:buClr>
              <a:buFont typeface="Wingdings" panose="05000000000000000000" charset="0"/>
              <a:buChar char="u"/>
            </a:pPr>
            <a:r>
              <a:rPr lang="en-US" altLang="en-US" sz="1600"/>
              <a:t>https://scikit-learn.org/stable/modules/generated/sklearn.metrics.confusion_matrix.html</a:t>
            </a:r>
            <a:endParaRPr lang="en-US" altLang="en-US" sz="1600"/>
          </a:p>
          <a:p>
            <a:pPr marL="342900" indent="-342900">
              <a:lnSpc>
                <a:spcPct val="180000"/>
              </a:lnSpc>
              <a:buClr>
                <a:srgbClr val="58ADC5"/>
              </a:buClr>
              <a:buFont typeface="Wingdings" panose="05000000000000000000" charset="0"/>
              <a:buChar char="u"/>
            </a:pPr>
            <a:r>
              <a:rPr lang="en-US" altLang="en-US" sz="1600"/>
              <a:t>https://www.geeksforgeeks.org/data-science/detect-and-remove-the-outliers-using-python/</a:t>
            </a:r>
            <a:endParaRPr lang="en-US" altLang="en-US" sz="1600"/>
          </a:p>
          <a:p>
            <a:pPr marL="342900" indent="-342900">
              <a:lnSpc>
                <a:spcPct val="180000"/>
              </a:lnSpc>
              <a:buClr>
                <a:srgbClr val="EA5B25"/>
              </a:buClr>
              <a:buFont typeface="Wingdings" panose="05000000000000000000" charset="0"/>
              <a:buChar char="u"/>
            </a:pPr>
            <a:r>
              <a:rPr lang="en-US" altLang="en-US" sz="1600"/>
              <a:t>https://docs.scipy.org/doc//scipy-1.16.2/reference/generated/scipy.sparse.hstack.html</a:t>
            </a:r>
            <a:endParaRPr lang="en-US" altLang="en-US" sz="1600"/>
          </a:p>
          <a:p>
            <a:pPr marL="342900" indent="-342900">
              <a:lnSpc>
                <a:spcPct val="180000"/>
              </a:lnSpc>
              <a:buClr>
                <a:srgbClr val="58ADC5"/>
              </a:buClr>
              <a:buFont typeface="Wingdings" panose="05000000000000000000" charset="0"/>
              <a:buChar char="u"/>
            </a:pPr>
            <a:r>
              <a:rPr lang="en-US" altLang="en-US" sz="1600"/>
              <a:t>https://scikit-learn.org/stable/modules/generated/sklearn.decomposition.TruncatedSVD.html</a:t>
            </a:r>
            <a:endParaRPr lang="en-US" altLang="en-US" sz="1600"/>
          </a:p>
        </p:txBody>
      </p:sp>
      <p:pic>
        <p:nvPicPr>
          <p:cNvPr id="42" name="Picture 41" descr="ChatGPT Image Nov 25, 2025, 02_50_09 AM"/>
          <p:cNvPicPr>
            <a:picLocks noChangeAspect="1"/>
          </p:cNvPicPr>
          <p:nvPr/>
        </p:nvPicPr>
        <p:blipFill>
          <a:blip r:embed="rId1"/>
          <a:stretch>
            <a:fillRect/>
          </a:stretch>
        </p:blipFill>
        <p:spPr>
          <a:xfrm>
            <a:off x="6443980" y="843280"/>
            <a:ext cx="1476375" cy="1476375"/>
          </a:xfrm>
          <a:prstGeom prst="rect">
            <a:avLst/>
          </a:prstGeom>
        </p:spPr>
      </p:pic>
      <p:sp>
        <p:nvSpPr>
          <p:cNvPr id="17" name="Title 16"/>
          <p:cNvSpPr/>
          <p:nvPr>
            <p:ph type="title"/>
          </p:nvPr>
        </p:nvSpPr>
        <p:spPr>
          <a:xfrm>
            <a:off x="239945" y="339725"/>
            <a:ext cx="8147100" cy="572700"/>
          </a:xfrm>
        </p:spPr>
        <p:txBody>
          <a:bodyPr>
            <a:normAutofit fontScale="90000"/>
          </a:bodyPr>
          <a:p>
            <a:pPr algn="ctr"/>
            <a:r>
              <a:rPr lang="en-US" altLang="en-US"/>
              <a:t>Refrences</a:t>
            </a:r>
            <a:endParaRPr lang="en-US"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29"/>
          <p:cNvSpPr txBox="1"/>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SzPct val="100000"/>
              <a:buNone/>
            </a:pPr>
            <a:fld id="{00000000-1234-1234-1234-123412341234}" type="slidenum">
              <a:rPr lang="en-GB"/>
            </a:fld>
            <a:endParaRPr lang="en-GB"/>
          </a:p>
        </p:txBody>
      </p:sp>
      <p:sp>
        <p:nvSpPr>
          <p:cNvPr id="200" name="Google Shape;200;p29"/>
          <p:cNvSpPr txBox="1"/>
          <p:nvPr>
            <p:ph type="title"/>
          </p:nvPr>
        </p:nvSpPr>
        <p:spPr>
          <a:xfrm>
            <a:off x="1366800" y="2007000"/>
            <a:ext cx="6410400" cy="1129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GB" sz="6500"/>
              <a:t>Thank you!</a:t>
            </a:r>
            <a:endParaRPr sz="6500"/>
          </a:p>
        </p:txBody>
      </p:sp>
      <p:sp>
        <p:nvSpPr>
          <p:cNvPr id="1" name="Text Box 0"/>
          <p:cNvSpPr txBox="1"/>
          <p:nvPr/>
        </p:nvSpPr>
        <p:spPr>
          <a:xfrm>
            <a:off x="917575" y="976630"/>
            <a:ext cx="3048000" cy="306705"/>
          </a:xfrm>
          <a:prstGeom prst="rect">
            <a:avLst/>
          </a:prstGeom>
          <a:noFill/>
        </p:spPr>
        <p:txBody>
          <a:bodyPr wrap="square" rtlCol="0">
            <a:spAutoFit/>
          </a:bodyPr>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4147</Words>
  <Application>WPS Presentation</Application>
  <PresentationFormat/>
  <Paragraphs>132</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Arial</vt:lpstr>
      <vt:lpstr>Assistant</vt:lpstr>
      <vt:lpstr>Wingdings</vt:lpstr>
      <vt:lpstr>Roboto Mono</vt:lpstr>
      <vt:lpstr>Microsoft YaHei</vt:lpstr>
      <vt:lpstr>Arial Unicode MS</vt:lpstr>
      <vt:lpstr>Simple Light</vt:lpstr>
      <vt:lpstr>Transaction Category Prediction using Machine Learning</vt:lpstr>
      <vt:lpstr>NLP Lite + Unsupervised + Supervised Hybrid Model By Nardy Attaalla – ReDI School ML Project</vt:lpstr>
      <vt:lpstr>Problem Statement and Dataset Selection</vt:lpstr>
      <vt:lpstr>PowerPoint 演示文稿</vt:lpstr>
      <vt:lpstr>Problem Statement and Dataset Selection</vt:lpstr>
      <vt:lpstr>Data Preparation and Exploration</vt:lpstr>
      <vt:lpstr>PowerPoint 演示文稿</vt:lpstr>
      <vt:lpstr>Data Preparation and Exploration</vt:lpstr>
      <vt:lpstr>Model development and evaluation</vt:lpstr>
      <vt:lpstr>Why this Project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Category Prediction using Machine Learning</dc:title>
  <dc:creator/>
  <cp:lastModifiedBy>Test</cp:lastModifiedBy>
  <cp:revision>11</cp:revision>
  <dcterms:created xsi:type="dcterms:W3CDTF">2025-11-23T14:17:00Z</dcterms:created>
  <dcterms:modified xsi:type="dcterms:W3CDTF">2025-11-25T01:21:18Z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C4B38543EE9B4394A0C0FF9C74376662_12</vt:lpwstr>
  </property>
  <property fmtid="{D5CDD505-2E9C-101B-9397-08002B2CF9AE}" pid="3" name="KSOProductBuildVer">
    <vt:lpwstr>1033-12.2.0.23155</vt:lpwstr>
  </property>
</Properties>
</file>